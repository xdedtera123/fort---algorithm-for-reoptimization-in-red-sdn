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9"/>
  </p:notesMasterIdLst>
  <p:handoutMasterIdLst>
    <p:handoutMasterId r:id="rId10"/>
  </p:handoutMasterIdLst>
  <p:sldIdLst>
    <p:sldId id="306" r:id="rId2"/>
    <p:sldId id="1077" r:id="rId3"/>
    <p:sldId id="1078" r:id="rId4"/>
    <p:sldId id="1079" r:id="rId5"/>
    <p:sldId id="1080" r:id="rId6"/>
    <p:sldId id="1082" r:id="rId7"/>
    <p:sldId id="1081" r:id="rId8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1"/>
    </p:embeddedFont>
    <p:embeddedFont>
      <p:font typeface="Nunito" pitchFamily="2" charset="0"/>
      <p:regular r:id="rId12"/>
      <p:bold r:id="rId13"/>
      <p:italic r:id="rId14"/>
      <p:bold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A00"/>
    <a:srgbClr val="F0F7FE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1FB0C-2362-4D88-8577-2E3CEE4ED338}" v="47" dt="2026-09-04T21:08:37.933"/>
  </p1510:revLst>
</p1510:revInfo>
</file>

<file path=ppt/tableStyles.xml><?xml version="1.0" encoding="utf-8"?>
<a:tblStyleLst xmlns:a="http://schemas.openxmlformats.org/drawingml/2006/main" def="{6E8B95A6-628A-4F00-B418-630C7E3DFE8E}">
  <a:tblStyle styleId="{6E8B95A6-628A-4F00-B418-630C7E3DFE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6283" autoAdjust="0"/>
  </p:normalViewPr>
  <p:slideViewPr>
    <p:cSldViewPr snapToGrid="0" snapToObjects="1" showGuides="1">
      <p:cViewPr varScale="1">
        <p:scale>
          <a:sx n="146" d="100"/>
          <a:sy n="146" d="100"/>
        </p:scale>
        <p:origin x="22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arif Jeroffer Grandez Cama" userId="260841c229a9e179" providerId="LiveId" clId="{9DC3D8AA-072D-4C5B-94FA-53E61E99A427}"/>
    <pc:docChg chg="undo custSel addSld delSld modSld delMainMaster">
      <pc:chgData name="Jharif Jeroffer Grandez Cama" userId="260841c229a9e179" providerId="LiveId" clId="{9DC3D8AA-072D-4C5B-94FA-53E61E99A427}" dt="2026-09-04T21:55:22.857" v="1006" actId="1076"/>
      <pc:docMkLst>
        <pc:docMk/>
      </pc:docMkLst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58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2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5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6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7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8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69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0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6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7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8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79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8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82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8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8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0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2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5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6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7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8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299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300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0" sldId="30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825670762" sldId="30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61212925" sldId="30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4139145699" sldId="309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896828139" sldId="310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3882407665" sldId="31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594197588" sldId="312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923091141" sldId="31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553501943" sldId="31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227459636" sldId="315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622263460" sldId="316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892895510" sldId="317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874569076" sldId="318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389362992" sldId="319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655690884" sldId="320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319385306" sldId="32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63147200" sldId="322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3393697836" sldId="323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771890354" sldId="324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3761857157" sldId="325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773451839" sldId="326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594972167" sldId="327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77997456" sldId="328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134490603" sldId="329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3225064059" sldId="330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890924697" sldId="331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1370454731" sldId="332"/>
        </pc:sldMkLst>
      </pc:sldChg>
      <pc:sldChg chg="del">
        <pc:chgData name="Jharif Jeroffer Grandez Cama" userId="260841c229a9e179" providerId="LiveId" clId="{9DC3D8AA-072D-4C5B-94FA-53E61E99A427}" dt="2026-09-04T20:34:01.735" v="807" actId="47"/>
        <pc:sldMkLst>
          <pc:docMk/>
          <pc:sldMk cId="2094807960" sldId="1075"/>
        </pc:sldMkLst>
      </pc:sldChg>
      <pc:sldChg chg="del">
        <pc:chgData name="Jharif Jeroffer Grandez Cama" userId="260841c229a9e179" providerId="LiveId" clId="{9DC3D8AA-072D-4C5B-94FA-53E61E99A427}" dt="2026-09-04T21:12:07.993" v="972" actId="47"/>
        <pc:sldMkLst>
          <pc:docMk/>
          <pc:sldMk cId="4259208903" sldId="1076"/>
        </pc:sldMkLst>
      </pc:sldChg>
      <pc:sldChg chg="modSp mod">
        <pc:chgData name="Jharif Jeroffer Grandez Cama" userId="260841c229a9e179" providerId="LiveId" clId="{9DC3D8AA-072D-4C5B-94FA-53E61E99A427}" dt="2026-09-04T21:14:05.447" v="977" actId="1037"/>
        <pc:sldMkLst>
          <pc:docMk/>
          <pc:sldMk cId="1690224594" sldId="1077"/>
        </pc:sldMkLst>
        <pc:spChg chg="mod">
          <ac:chgData name="Jharif Jeroffer Grandez Cama" userId="260841c229a9e179" providerId="LiveId" clId="{9DC3D8AA-072D-4C5B-94FA-53E61E99A427}" dt="2026-09-04T21:14:05.447" v="977" actId="1037"/>
          <ac:spMkLst>
            <pc:docMk/>
            <pc:sldMk cId="1690224594" sldId="1077"/>
            <ac:spMk id="20" creationId="{16725325-17EE-C566-CF6B-9124FCAA2923}"/>
          </ac:spMkLst>
        </pc:spChg>
      </pc:sldChg>
      <pc:sldChg chg="addSp delSp modSp add mod">
        <pc:chgData name="Jharif Jeroffer Grandez Cama" userId="260841c229a9e179" providerId="LiveId" clId="{9DC3D8AA-072D-4C5B-94FA-53E61E99A427}" dt="2026-09-04T21:55:22.857" v="1006" actId="1076"/>
        <pc:sldMkLst>
          <pc:docMk/>
          <pc:sldMk cId="452703225" sldId="1078"/>
        </pc:sldMkLst>
        <pc:spChg chg="mod">
          <ac:chgData name="Jharif Jeroffer Grandez Cama" userId="260841c229a9e179" providerId="LiveId" clId="{9DC3D8AA-072D-4C5B-94FA-53E61E99A427}" dt="2026-09-04T17:54:40.539" v="11" actId="20577"/>
          <ac:spMkLst>
            <pc:docMk/>
            <pc:sldMk cId="452703225" sldId="1078"/>
            <ac:spMk id="2" creationId="{C2482126-1F25-B50D-4A58-20EB204F1D71}"/>
          </ac:spMkLst>
        </pc:spChg>
        <pc:spChg chg="add mod">
          <ac:chgData name="Jharif Jeroffer Grandez Cama" userId="260841c229a9e179" providerId="LiveId" clId="{9DC3D8AA-072D-4C5B-94FA-53E61E99A427}" dt="2026-09-04T18:05:45.026" v="177" actId="1076"/>
          <ac:spMkLst>
            <pc:docMk/>
            <pc:sldMk cId="452703225" sldId="1078"/>
            <ac:spMk id="4" creationId="{06AB6758-57B1-D065-24A3-26C498A1F992}"/>
          </ac:spMkLst>
        </pc:spChg>
        <pc:spChg chg="del">
          <ac:chgData name="Jharif Jeroffer Grandez Cama" userId="260841c229a9e179" providerId="LiveId" clId="{9DC3D8AA-072D-4C5B-94FA-53E61E99A427}" dt="2026-09-04T17:54:44.189" v="12" actId="478"/>
          <ac:spMkLst>
            <pc:docMk/>
            <pc:sldMk cId="452703225" sldId="1078"/>
            <ac:spMk id="5" creationId="{29A4065A-BF1C-00A3-342D-5860B0B10D31}"/>
          </ac:spMkLst>
        </pc:spChg>
        <pc:spChg chg="add mod">
          <ac:chgData name="Jharif Jeroffer Grandez Cama" userId="260841c229a9e179" providerId="LiveId" clId="{9DC3D8AA-072D-4C5B-94FA-53E61E99A427}" dt="2026-09-04T18:05:45.026" v="177" actId="1076"/>
          <ac:spMkLst>
            <pc:docMk/>
            <pc:sldMk cId="452703225" sldId="1078"/>
            <ac:spMk id="9" creationId="{67081231-3E2E-A787-B811-6ADF32ACA117}"/>
          </ac:spMkLst>
        </pc:spChg>
        <pc:spChg chg="add mod">
          <ac:chgData name="Jharif Jeroffer Grandez Cama" userId="260841c229a9e179" providerId="LiveId" clId="{9DC3D8AA-072D-4C5B-94FA-53E61E99A427}" dt="2026-09-04T21:55:22.857" v="1006" actId="1076"/>
          <ac:spMkLst>
            <pc:docMk/>
            <pc:sldMk cId="452703225" sldId="1078"/>
            <ac:spMk id="11" creationId="{AC4D12F1-A7A1-A3C5-7D19-72DA7C9ADAB8}"/>
          </ac:spMkLst>
        </pc:spChg>
        <pc:spChg chg="del">
          <ac:chgData name="Jharif Jeroffer Grandez Cama" userId="260841c229a9e179" providerId="LiveId" clId="{9DC3D8AA-072D-4C5B-94FA-53E61E99A427}" dt="2026-09-04T17:54:44.189" v="12" actId="478"/>
          <ac:spMkLst>
            <pc:docMk/>
            <pc:sldMk cId="452703225" sldId="1078"/>
            <ac:spMk id="13" creationId="{B5F650E3-67B8-7A5B-A641-D4A72B1C414D}"/>
          </ac:spMkLst>
        </pc:spChg>
        <pc:spChg chg="del">
          <ac:chgData name="Jharif Jeroffer Grandez Cama" userId="260841c229a9e179" providerId="LiveId" clId="{9DC3D8AA-072D-4C5B-94FA-53E61E99A427}" dt="2026-09-04T17:54:44.189" v="12" actId="478"/>
          <ac:spMkLst>
            <pc:docMk/>
            <pc:sldMk cId="452703225" sldId="1078"/>
            <ac:spMk id="20" creationId="{56792676-EABD-CE7E-3C4A-A6C0CCBCF515}"/>
          </ac:spMkLst>
        </pc:spChg>
        <pc:picChg chg="add mod">
          <ac:chgData name="Jharif Jeroffer Grandez Cama" userId="260841c229a9e179" providerId="LiveId" clId="{9DC3D8AA-072D-4C5B-94FA-53E61E99A427}" dt="2026-09-04T18:05:48.650" v="178" actId="1076"/>
          <ac:picMkLst>
            <pc:docMk/>
            <pc:sldMk cId="452703225" sldId="1078"/>
            <ac:picMk id="7" creationId="{CA588884-723E-A91D-1BA4-46E4BA3636D9}"/>
          </ac:picMkLst>
        </pc:picChg>
        <pc:picChg chg="del">
          <ac:chgData name="Jharif Jeroffer Grandez Cama" userId="260841c229a9e179" providerId="LiveId" clId="{9DC3D8AA-072D-4C5B-94FA-53E61E99A427}" dt="2026-09-04T17:54:44.189" v="12" actId="478"/>
          <ac:picMkLst>
            <pc:docMk/>
            <pc:sldMk cId="452703225" sldId="1078"/>
            <ac:picMk id="16" creationId="{D4E7C55F-598A-6087-5D74-1A7FBD3397CD}"/>
          </ac:picMkLst>
        </pc:picChg>
        <pc:picChg chg="del">
          <ac:chgData name="Jharif Jeroffer Grandez Cama" userId="260841c229a9e179" providerId="LiveId" clId="{9DC3D8AA-072D-4C5B-94FA-53E61E99A427}" dt="2026-09-04T17:54:44.189" v="12" actId="478"/>
          <ac:picMkLst>
            <pc:docMk/>
            <pc:sldMk cId="452703225" sldId="1078"/>
            <ac:picMk id="18" creationId="{80022158-D3B8-F041-07B5-0A734FF30C9F}"/>
          </ac:picMkLst>
        </pc:picChg>
      </pc:sldChg>
      <pc:sldChg chg="new del">
        <pc:chgData name="Jharif Jeroffer Grandez Cama" userId="260841c229a9e179" providerId="LiveId" clId="{9DC3D8AA-072D-4C5B-94FA-53E61E99A427}" dt="2026-09-04T17:54:33.763" v="1" actId="680"/>
        <pc:sldMkLst>
          <pc:docMk/>
          <pc:sldMk cId="764783584" sldId="1078"/>
        </pc:sldMkLst>
      </pc:sldChg>
      <pc:sldChg chg="addSp delSp modSp add mod">
        <pc:chgData name="Jharif Jeroffer Grandez Cama" userId="260841c229a9e179" providerId="LiveId" clId="{9DC3D8AA-072D-4C5B-94FA-53E61E99A427}" dt="2026-09-04T21:55:04.755" v="998" actId="1076"/>
        <pc:sldMkLst>
          <pc:docMk/>
          <pc:sldMk cId="683136922" sldId="1079"/>
        </pc:sldMkLst>
        <pc:spChg chg="mod">
          <ac:chgData name="Jharif Jeroffer Grandez Cama" userId="260841c229a9e179" providerId="LiveId" clId="{9DC3D8AA-072D-4C5B-94FA-53E61E99A427}" dt="2026-09-04T18:06:59.293" v="212" actId="20577"/>
          <ac:spMkLst>
            <pc:docMk/>
            <pc:sldMk cId="683136922" sldId="1079"/>
            <ac:spMk id="2" creationId="{AD398A5E-90B9-94AA-58C4-D3A772B8AFCA}"/>
          </ac:spMkLst>
        </pc:spChg>
        <pc:spChg chg="del">
          <ac:chgData name="Jharif Jeroffer Grandez Cama" userId="260841c229a9e179" providerId="LiveId" clId="{9DC3D8AA-072D-4C5B-94FA-53E61E99A427}" dt="2026-09-04T18:07:01.729" v="213" actId="478"/>
          <ac:spMkLst>
            <pc:docMk/>
            <pc:sldMk cId="683136922" sldId="1079"/>
            <ac:spMk id="4" creationId="{BAB7EB9A-8643-65FA-20E4-DB38016C26CA}"/>
          </ac:spMkLst>
        </pc:spChg>
        <pc:spChg chg="add del mod">
          <ac:chgData name="Jharif Jeroffer Grandez Cama" userId="260841c229a9e179" providerId="LiveId" clId="{9DC3D8AA-072D-4C5B-94FA-53E61E99A427}" dt="2026-09-04T18:11:22.984" v="225" actId="478"/>
          <ac:spMkLst>
            <pc:docMk/>
            <pc:sldMk cId="683136922" sldId="1079"/>
            <ac:spMk id="8" creationId="{6D6059D6-42FA-6757-3506-2C67094EA579}"/>
          </ac:spMkLst>
        </pc:spChg>
        <pc:spChg chg="del">
          <ac:chgData name="Jharif Jeroffer Grandez Cama" userId="260841c229a9e179" providerId="LiveId" clId="{9DC3D8AA-072D-4C5B-94FA-53E61E99A427}" dt="2026-09-04T18:07:04.221" v="214" actId="478"/>
          <ac:spMkLst>
            <pc:docMk/>
            <pc:sldMk cId="683136922" sldId="1079"/>
            <ac:spMk id="9" creationId="{7037B8A3-BF51-09ED-87C8-69EAA56581E0}"/>
          </ac:spMkLst>
        </pc:spChg>
        <pc:spChg chg="add del mod">
          <ac:chgData name="Jharif Jeroffer Grandez Cama" userId="260841c229a9e179" providerId="LiveId" clId="{9DC3D8AA-072D-4C5B-94FA-53E61E99A427}" dt="2026-09-04T18:27:19.163" v="584" actId="478"/>
          <ac:spMkLst>
            <pc:docMk/>
            <pc:sldMk cId="683136922" sldId="1079"/>
            <ac:spMk id="11" creationId="{0FDB228A-1DB2-FA84-1193-3D09831B2776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13" creationId="{E8BDB73D-4C79-7CAE-F2E8-2CDD58FA0559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14" creationId="{8ED89C06-E8D3-E24F-15F2-2F0DB74B790F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16" creationId="{9CAFD0D4-BABC-B765-9C4A-7ACA57379F5F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18" creationId="{71537B01-0C97-9BCF-DFC7-773DEF023EAA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31" creationId="{78718578-97FC-6824-114A-179FEA90FBEE}"/>
          </ac:spMkLst>
        </pc:spChg>
        <pc:spChg chg="add mod">
          <ac:chgData name="Jharif Jeroffer Grandez Cama" userId="260841c229a9e179" providerId="LiveId" clId="{9DC3D8AA-072D-4C5B-94FA-53E61E99A427}" dt="2026-09-04T18:23:10.954" v="441"/>
          <ac:spMkLst>
            <pc:docMk/>
            <pc:sldMk cId="683136922" sldId="1079"/>
            <ac:spMk id="42" creationId="{B8D1857B-C579-528A-7739-7ED8FCD2D80A}"/>
          </ac:spMkLst>
        </pc:spChg>
        <pc:spChg chg="add mod">
          <ac:chgData name="Jharif Jeroffer Grandez Cama" userId="260841c229a9e179" providerId="LiveId" clId="{9DC3D8AA-072D-4C5B-94FA-53E61E99A427}" dt="2026-09-04T18:23:10.954" v="441"/>
          <ac:spMkLst>
            <pc:docMk/>
            <pc:sldMk cId="683136922" sldId="1079"/>
            <ac:spMk id="43" creationId="{0A07B89B-AE0F-A192-7851-83D12003AAD8}"/>
          </ac:spMkLst>
        </pc:spChg>
        <pc:spChg chg="add mod">
          <ac:chgData name="Jharif Jeroffer Grandez Cama" userId="260841c229a9e179" providerId="LiveId" clId="{9DC3D8AA-072D-4C5B-94FA-53E61E99A427}" dt="2026-09-04T18:23:13.287" v="443" actId="1076"/>
          <ac:spMkLst>
            <pc:docMk/>
            <pc:sldMk cId="683136922" sldId="1079"/>
            <ac:spMk id="44" creationId="{298358B2-8964-93DA-7A20-F45CD2F5C884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48" creationId="{E25ABBFE-7055-E23B-205D-3EDCABB0CBE2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49" creationId="{E9E959E5-D7BE-9D53-4532-A1EF417E02B1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50" creationId="{6ACEFC22-1891-7DA7-9E7A-5B68072AF3AF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69" creationId="{EE475A9A-2BD9-7D56-8796-28D54F4F6EE5}"/>
          </ac:spMkLst>
        </pc:spChg>
        <pc:spChg chg="add mod">
          <ac:chgData name="Jharif Jeroffer Grandez Cama" userId="260841c229a9e179" providerId="LiveId" clId="{9DC3D8AA-072D-4C5B-94FA-53E61E99A427}" dt="2026-09-04T18:27:26.983" v="585" actId="1076"/>
          <ac:spMkLst>
            <pc:docMk/>
            <pc:sldMk cId="683136922" sldId="1079"/>
            <ac:spMk id="75" creationId="{7525D6EE-94D4-FD04-290A-F651A7155057}"/>
          </ac:spMkLst>
        </pc:spChg>
        <pc:spChg chg="add mod">
          <ac:chgData name="Jharif Jeroffer Grandez Cama" userId="260841c229a9e179" providerId="LiveId" clId="{9DC3D8AA-072D-4C5B-94FA-53E61E99A427}" dt="2026-09-04T21:55:04.755" v="998" actId="1076"/>
          <ac:spMkLst>
            <pc:docMk/>
            <pc:sldMk cId="683136922" sldId="1079"/>
            <ac:spMk id="82" creationId="{C4200574-0893-E926-76BE-A2F65D625CC5}"/>
          </ac:spMkLst>
        </pc:spChg>
        <pc:picChg chg="add mod">
          <ac:chgData name="Jharif Jeroffer Grandez Cama" userId="260841c229a9e179" providerId="LiveId" clId="{9DC3D8AA-072D-4C5B-94FA-53E61E99A427}" dt="2026-09-04T18:27:38.795" v="588" actId="1076"/>
          <ac:picMkLst>
            <pc:docMk/>
            <pc:sldMk cId="683136922" sldId="1079"/>
            <ac:picMk id="5" creationId="{6775798E-5590-0E07-0CC8-10677360DB02}"/>
          </ac:picMkLst>
        </pc:picChg>
        <pc:picChg chg="del">
          <ac:chgData name="Jharif Jeroffer Grandez Cama" userId="260841c229a9e179" providerId="LiveId" clId="{9DC3D8AA-072D-4C5B-94FA-53E61E99A427}" dt="2026-09-04T18:07:06.765" v="215" actId="478"/>
          <ac:picMkLst>
            <pc:docMk/>
            <pc:sldMk cId="683136922" sldId="1079"/>
            <ac:picMk id="7" creationId="{3F707C97-77FB-DA40-83B3-7E387E9844B9}"/>
          </ac:picMkLst>
        </pc:picChg>
        <pc:cxnChg chg="add mod">
          <ac:chgData name="Jharif Jeroffer Grandez Cama" userId="260841c229a9e179" providerId="LiveId" clId="{9DC3D8AA-072D-4C5B-94FA-53E61E99A427}" dt="2026-09-04T18:22:55.788" v="437" actId="1076"/>
          <ac:cxnSpMkLst>
            <pc:docMk/>
            <pc:sldMk cId="683136922" sldId="1079"/>
            <ac:cxnSpMk id="20" creationId="{34BD335F-3C84-3C9D-9248-1D510C861381}"/>
          </ac:cxnSpMkLst>
        </pc:cxnChg>
        <pc:cxnChg chg="add del mod">
          <ac:chgData name="Jharif Jeroffer Grandez Cama" userId="260841c229a9e179" providerId="LiveId" clId="{9DC3D8AA-072D-4C5B-94FA-53E61E99A427}" dt="2026-09-04T18:21:30.746" v="416" actId="478"/>
          <ac:cxnSpMkLst>
            <pc:docMk/>
            <pc:sldMk cId="683136922" sldId="1079"/>
            <ac:cxnSpMk id="23" creationId="{27D4D150-9751-D1E4-B47D-C9A22E19AD5D}"/>
          </ac:cxnSpMkLst>
        </pc:cxnChg>
        <pc:cxnChg chg="add mod">
          <ac:chgData name="Jharif Jeroffer Grandez Cama" userId="260841c229a9e179" providerId="LiveId" clId="{9DC3D8AA-072D-4C5B-94FA-53E61E99A427}" dt="2026-09-04T18:22:55.788" v="437" actId="1076"/>
          <ac:cxnSpMkLst>
            <pc:docMk/>
            <pc:sldMk cId="683136922" sldId="1079"/>
            <ac:cxnSpMk id="28" creationId="{3BB79450-2402-DD53-3A79-F9E40AE5E01A}"/>
          </ac:cxnSpMkLst>
        </pc:cxnChg>
        <pc:cxnChg chg="add mod">
          <ac:chgData name="Jharif Jeroffer Grandez Cama" userId="260841c229a9e179" providerId="LiveId" clId="{9DC3D8AA-072D-4C5B-94FA-53E61E99A427}" dt="2026-09-04T18:23:10.954" v="441"/>
          <ac:cxnSpMkLst>
            <pc:docMk/>
            <pc:sldMk cId="683136922" sldId="1079"/>
            <ac:cxnSpMk id="45" creationId="{3B1FF6EE-BBAC-F31E-E962-76D908AE4EB3}"/>
          </ac:cxnSpMkLst>
        </pc:cxnChg>
        <pc:cxnChg chg="add mod">
          <ac:chgData name="Jharif Jeroffer Grandez Cama" userId="260841c229a9e179" providerId="LiveId" clId="{9DC3D8AA-072D-4C5B-94FA-53E61E99A427}" dt="2026-09-04T18:23:13.287" v="443" actId="1076"/>
          <ac:cxnSpMkLst>
            <pc:docMk/>
            <pc:sldMk cId="683136922" sldId="1079"/>
            <ac:cxnSpMk id="46" creationId="{322D887C-858C-BC47-B682-394BA0E7AA2F}"/>
          </ac:cxnSpMkLst>
        </pc:cxnChg>
        <pc:cxnChg chg="add del mod">
          <ac:chgData name="Jharif Jeroffer Grandez Cama" userId="260841c229a9e179" providerId="LiveId" clId="{9DC3D8AA-072D-4C5B-94FA-53E61E99A427}" dt="2026-09-04T18:25:07.617" v="536" actId="478"/>
          <ac:cxnSpMkLst>
            <pc:docMk/>
            <pc:sldMk cId="683136922" sldId="1079"/>
            <ac:cxnSpMk id="51" creationId="{E92D422D-32AD-C7A3-3571-ABA97A3DBFFB}"/>
          </ac:cxnSpMkLst>
        </pc:cxnChg>
        <pc:cxnChg chg="add del mod">
          <ac:chgData name="Jharif Jeroffer Grandez Cama" userId="260841c229a9e179" providerId="LiveId" clId="{9DC3D8AA-072D-4C5B-94FA-53E61E99A427}" dt="2026-09-04T18:25:08.532" v="537" actId="478"/>
          <ac:cxnSpMkLst>
            <pc:docMk/>
            <pc:sldMk cId="683136922" sldId="1079"/>
            <ac:cxnSpMk id="52" creationId="{141C8401-E77D-D694-CA7D-163A5F132B08}"/>
          </ac:cxnSpMkLst>
        </pc:cxnChg>
        <pc:cxnChg chg="add mod ord">
          <ac:chgData name="Jharif Jeroffer Grandez Cama" userId="260841c229a9e179" providerId="LiveId" clId="{9DC3D8AA-072D-4C5B-94FA-53E61E99A427}" dt="2026-09-04T18:25:20.068" v="541" actId="167"/>
          <ac:cxnSpMkLst>
            <pc:docMk/>
            <pc:sldMk cId="683136922" sldId="1079"/>
            <ac:cxnSpMk id="58" creationId="{60258291-4C34-E89E-6AD8-C58124E3370B}"/>
          </ac:cxnSpMkLst>
        </pc:cxnChg>
        <pc:cxnChg chg="add mod">
          <ac:chgData name="Jharif Jeroffer Grandez Cama" userId="260841c229a9e179" providerId="LiveId" clId="{9DC3D8AA-072D-4C5B-94FA-53E61E99A427}" dt="2026-09-04T18:25:31.178" v="544" actId="1076"/>
          <ac:cxnSpMkLst>
            <pc:docMk/>
            <pc:sldMk cId="683136922" sldId="1079"/>
            <ac:cxnSpMk id="61" creationId="{EC2EBF37-AAA6-F262-B037-CEA1A8C609D7}"/>
          </ac:cxnSpMkLst>
        </pc:cxnChg>
        <pc:cxnChg chg="add mod">
          <ac:chgData name="Jharif Jeroffer Grandez Cama" userId="260841c229a9e179" providerId="LiveId" clId="{9DC3D8AA-072D-4C5B-94FA-53E61E99A427}" dt="2026-09-04T18:25:44.893" v="548" actId="1076"/>
          <ac:cxnSpMkLst>
            <pc:docMk/>
            <pc:sldMk cId="683136922" sldId="1079"/>
            <ac:cxnSpMk id="65" creationId="{52B1F890-D0F7-4EE5-07CF-33ED69D8B210}"/>
          </ac:cxnSpMkLst>
        </pc:cxnChg>
        <pc:cxnChg chg="add mod">
          <ac:chgData name="Jharif Jeroffer Grandez Cama" userId="260841c229a9e179" providerId="LiveId" clId="{9DC3D8AA-072D-4C5B-94FA-53E61E99A427}" dt="2026-09-04T18:26:25.591" v="563" actId="1076"/>
          <ac:cxnSpMkLst>
            <pc:docMk/>
            <pc:sldMk cId="683136922" sldId="1079"/>
            <ac:cxnSpMk id="71" creationId="{33B4E376-6827-165B-A2B9-02EF7EFF5E97}"/>
          </ac:cxnSpMkLst>
        </pc:cxnChg>
        <pc:cxnChg chg="add mod">
          <ac:chgData name="Jharif Jeroffer Grandez Cama" userId="260841c229a9e179" providerId="LiveId" clId="{9DC3D8AA-072D-4C5B-94FA-53E61E99A427}" dt="2026-09-04T18:27:12.811" v="583" actId="1076"/>
          <ac:cxnSpMkLst>
            <pc:docMk/>
            <pc:sldMk cId="683136922" sldId="1079"/>
            <ac:cxnSpMk id="77" creationId="{696695ED-303E-7B62-8328-A8AD5E926AFD}"/>
          </ac:cxnSpMkLst>
        </pc:cxnChg>
      </pc:sldChg>
      <pc:sldChg chg="addSp delSp modSp add mod">
        <pc:chgData name="Jharif Jeroffer Grandez Cama" userId="260841c229a9e179" providerId="LiveId" clId="{9DC3D8AA-072D-4C5B-94FA-53E61E99A427}" dt="2026-09-04T21:54:55.323" v="990" actId="14100"/>
        <pc:sldMkLst>
          <pc:docMk/>
          <pc:sldMk cId="4085683844" sldId="1080"/>
        </pc:sldMkLst>
        <pc:spChg chg="mod">
          <ac:chgData name="Jharif Jeroffer Grandez Cama" userId="260841c229a9e179" providerId="LiveId" clId="{9DC3D8AA-072D-4C5B-94FA-53E61E99A427}" dt="2026-09-04T18:29:27.395" v="601" actId="20577"/>
          <ac:spMkLst>
            <pc:docMk/>
            <pc:sldMk cId="4085683844" sldId="1080"/>
            <ac:spMk id="2" creationId="{4A8F9E55-655E-C824-366C-89605208E407}"/>
          </ac:spMkLst>
        </pc:spChg>
        <pc:spChg chg="add mod">
          <ac:chgData name="Jharif Jeroffer Grandez Cama" userId="260841c229a9e179" providerId="LiveId" clId="{9DC3D8AA-072D-4C5B-94FA-53E61E99A427}" dt="2026-09-04T20:31:06.567" v="805" actId="1076"/>
          <ac:spMkLst>
            <pc:docMk/>
            <pc:sldMk cId="4085683844" sldId="1080"/>
            <ac:spMk id="8" creationId="{EFE1CEAD-74CA-DC34-1CD2-83AC10D05933}"/>
          </ac:spMkLst>
        </pc:spChg>
        <pc:spChg chg="add mod">
          <ac:chgData name="Jharif Jeroffer Grandez Cama" userId="260841c229a9e179" providerId="LiveId" clId="{9DC3D8AA-072D-4C5B-94FA-53E61E99A427}" dt="2026-09-04T21:54:55.323" v="990" actId="14100"/>
          <ac:spMkLst>
            <pc:docMk/>
            <pc:sldMk cId="4085683844" sldId="1080"/>
            <ac:spMk id="10" creationId="{74823AA1-9AD6-81DC-73B1-6C8AE3F4F9D6}"/>
          </ac:spMkLst>
        </pc:spChg>
        <pc:spChg chg="del">
          <ac:chgData name="Jharif Jeroffer Grandez Cama" userId="260841c229a9e179" providerId="LiveId" clId="{9DC3D8AA-072D-4C5B-94FA-53E61E99A427}" dt="2026-09-04T18:29:34.354" v="603" actId="478"/>
          <ac:spMkLst>
            <pc:docMk/>
            <pc:sldMk cId="4085683844" sldId="1080"/>
            <ac:spMk id="13" creationId="{5730148E-DC9B-FD32-621E-5F3C60DA3335}"/>
          </ac:spMkLst>
        </pc:spChg>
        <pc:spChg chg="del">
          <ac:chgData name="Jharif Jeroffer Grandez Cama" userId="260841c229a9e179" providerId="LiveId" clId="{9DC3D8AA-072D-4C5B-94FA-53E61E99A427}" dt="2026-09-04T18:29:34.354" v="603" actId="478"/>
          <ac:spMkLst>
            <pc:docMk/>
            <pc:sldMk cId="4085683844" sldId="1080"/>
            <ac:spMk id="14" creationId="{B69BE2B8-07B0-4405-0503-3D735EED613E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16" creationId="{3C7A237A-D466-5017-4679-BB34A8E85025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18" creationId="{E67DDFCF-D611-BD3C-721A-B67052A315E0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31" creationId="{6509BB7A-F263-964E-8005-1114C73382C5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48" creationId="{0CF873F9-45A0-D17E-734E-660423933854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49" creationId="{CDB892AE-C04E-2B7B-952E-ED8418A3F258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50" creationId="{A4F97388-E807-C547-1842-DB84988EEC66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69" creationId="{2BD27F80-B822-A66C-6EFB-59ED2781580B}"/>
          </ac:spMkLst>
        </pc:spChg>
        <pc:spChg chg="del">
          <ac:chgData name="Jharif Jeroffer Grandez Cama" userId="260841c229a9e179" providerId="LiveId" clId="{9DC3D8AA-072D-4C5B-94FA-53E61E99A427}" dt="2026-09-04T18:29:32.055" v="602" actId="478"/>
          <ac:spMkLst>
            <pc:docMk/>
            <pc:sldMk cId="4085683844" sldId="1080"/>
            <ac:spMk id="75" creationId="{D4D8BEA5-E96B-7B33-3479-90789468C792}"/>
          </ac:spMkLst>
        </pc:spChg>
        <pc:graphicFrameChg chg="add mod modGraphic">
          <ac:chgData name="Jharif Jeroffer Grandez Cama" userId="260841c229a9e179" providerId="LiveId" clId="{9DC3D8AA-072D-4C5B-94FA-53E61E99A427}" dt="2026-09-04T20:31:06.567" v="805" actId="1076"/>
          <ac:graphicFrameMkLst>
            <pc:docMk/>
            <pc:sldMk cId="4085683844" sldId="1080"/>
            <ac:graphicFrameMk id="3" creationId="{89854BFE-039C-C27A-3596-A411EBEBF487}"/>
          </ac:graphicFrameMkLst>
        </pc:graphicFrameChg>
        <pc:picChg chg="del">
          <ac:chgData name="Jharif Jeroffer Grandez Cama" userId="260841c229a9e179" providerId="LiveId" clId="{9DC3D8AA-072D-4C5B-94FA-53E61E99A427}" dt="2026-09-04T18:29:32.055" v="602" actId="478"/>
          <ac:picMkLst>
            <pc:docMk/>
            <pc:sldMk cId="4085683844" sldId="1080"/>
            <ac:picMk id="5" creationId="{5AA2CBD3-ED26-C933-0DE2-02471586DD03}"/>
          </ac:picMkLst>
        </pc:picChg>
        <pc:picChg chg="add mod">
          <ac:chgData name="Jharif Jeroffer Grandez Cama" userId="260841c229a9e179" providerId="LiveId" clId="{9DC3D8AA-072D-4C5B-94FA-53E61E99A427}" dt="2026-09-04T20:31:06.567" v="805" actId="1076"/>
          <ac:picMkLst>
            <pc:docMk/>
            <pc:sldMk cId="4085683844" sldId="1080"/>
            <ac:picMk id="6" creationId="{3052B242-750F-B352-1984-D4C0442A3804}"/>
          </ac:picMkLst>
        </pc:picChg>
        <pc:cxnChg chg="del mod">
          <ac:chgData name="Jharif Jeroffer Grandez Cama" userId="260841c229a9e179" providerId="LiveId" clId="{9DC3D8AA-072D-4C5B-94FA-53E61E99A427}" dt="2026-09-04T18:29:32.055" v="602" actId="478"/>
          <ac:cxnSpMkLst>
            <pc:docMk/>
            <pc:sldMk cId="4085683844" sldId="1080"/>
            <ac:cxnSpMk id="61" creationId="{12E08010-27EB-D697-710C-FA9AC5BA6CC5}"/>
          </ac:cxnSpMkLst>
        </pc:cxnChg>
      </pc:sldChg>
      <pc:sldChg chg="addSp delSp modSp add mod">
        <pc:chgData name="Jharif Jeroffer Grandez Cama" userId="260841c229a9e179" providerId="LiveId" clId="{9DC3D8AA-072D-4C5B-94FA-53E61E99A427}" dt="2026-09-04T21:11:16.621" v="971" actId="1076"/>
        <pc:sldMkLst>
          <pc:docMk/>
          <pc:sldMk cId="1877373292" sldId="1081"/>
        </pc:sldMkLst>
        <pc:spChg chg="mod">
          <ac:chgData name="Jharif Jeroffer Grandez Cama" userId="260841c229a9e179" providerId="LiveId" clId="{9DC3D8AA-072D-4C5B-94FA-53E61E99A427}" dt="2026-09-04T20:29:39.980" v="776" actId="20577"/>
          <ac:spMkLst>
            <pc:docMk/>
            <pc:sldMk cId="1877373292" sldId="1081"/>
            <ac:spMk id="2" creationId="{8F026606-7D25-8719-E4BF-9F55691DB9C9}"/>
          </ac:spMkLst>
        </pc:spChg>
        <pc:spChg chg="add del mod">
          <ac:chgData name="Jharif Jeroffer Grandez Cama" userId="260841c229a9e179" providerId="LiveId" clId="{9DC3D8AA-072D-4C5B-94FA-53E61E99A427}" dt="2026-09-04T20:50:24.686" v="941" actId="478"/>
          <ac:spMkLst>
            <pc:docMk/>
            <pc:sldMk cId="1877373292" sldId="1081"/>
            <ac:spMk id="5" creationId="{D4019B9B-15D8-284B-02C4-C69686C1D481}"/>
          </ac:spMkLst>
        </pc:spChg>
        <pc:spChg chg="add mod">
          <ac:chgData name="Jharif Jeroffer Grandez Cama" userId="260841c229a9e179" providerId="LiveId" clId="{9DC3D8AA-072D-4C5B-94FA-53E61E99A427}" dt="2026-09-04T21:11:12.288" v="970" actId="1076"/>
          <ac:spMkLst>
            <pc:docMk/>
            <pc:sldMk cId="1877373292" sldId="1081"/>
            <ac:spMk id="8" creationId="{56536F62-CE56-E688-6193-21E0337EC7A9}"/>
          </ac:spMkLst>
        </pc:spChg>
        <pc:graphicFrameChg chg="del">
          <ac:chgData name="Jharif Jeroffer Grandez Cama" userId="260841c229a9e179" providerId="LiveId" clId="{9DC3D8AA-072D-4C5B-94FA-53E61E99A427}" dt="2026-09-04T20:45:29.592" v="934" actId="478"/>
          <ac:graphicFrameMkLst>
            <pc:docMk/>
            <pc:sldMk cId="1877373292" sldId="1081"/>
            <ac:graphicFrameMk id="3" creationId="{D79CB3CE-088F-B666-89E8-77F12F57E6B8}"/>
          </ac:graphicFrameMkLst>
        </pc:graphicFrameChg>
        <pc:graphicFrameChg chg="add mod modGraphic">
          <ac:chgData name="Jharif Jeroffer Grandez Cama" userId="260841c229a9e179" providerId="LiveId" clId="{9DC3D8AA-072D-4C5B-94FA-53E61E99A427}" dt="2026-09-04T21:11:16.621" v="971" actId="1076"/>
          <ac:graphicFrameMkLst>
            <pc:docMk/>
            <pc:sldMk cId="1877373292" sldId="1081"/>
            <ac:graphicFrameMk id="6" creationId="{83AEC584-A4F2-B9AD-6F82-D32CD2557702}"/>
          </ac:graphicFrameMkLst>
        </pc:graphicFrameChg>
      </pc:sldChg>
      <pc:sldChg chg="addSp delSp modSp add mod">
        <pc:chgData name="Jharif Jeroffer Grandez Cama" userId="260841c229a9e179" providerId="LiveId" clId="{9DC3D8AA-072D-4C5B-94FA-53E61E99A427}" dt="2026-09-04T20:42:46.168" v="933" actId="1076"/>
        <pc:sldMkLst>
          <pc:docMk/>
          <pc:sldMk cId="856485104" sldId="1082"/>
        </pc:sldMkLst>
        <pc:spChg chg="mod">
          <ac:chgData name="Jharif Jeroffer Grandez Cama" userId="260841c229a9e179" providerId="LiveId" clId="{9DC3D8AA-072D-4C5B-94FA-53E61E99A427}" dt="2026-09-04T20:29:31.243" v="764" actId="20577"/>
          <ac:spMkLst>
            <pc:docMk/>
            <pc:sldMk cId="856485104" sldId="1082"/>
            <ac:spMk id="2" creationId="{026BC17A-1CFF-0B5C-8B22-617F6AEF43EF}"/>
          </ac:spMkLst>
        </pc:spChg>
        <pc:spChg chg="add mod">
          <ac:chgData name="Jharif Jeroffer Grandez Cama" userId="260841c229a9e179" providerId="LiveId" clId="{9DC3D8AA-072D-4C5B-94FA-53E61E99A427}" dt="2026-09-04T20:42:46.168" v="933" actId="1076"/>
          <ac:spMkLst>
            <pc:docMk/>
            <pc:sldMk cId="856485104" sldId="1082"/>
            <ac:spMk id="5" creationId="{588FBC4B-BB81-CA73-33D7-AA497329A054}"/>
          </ac:spMkLst>
        </pc:spChg>
        <pc:spChg chg="add mod">
          <ac:chgData name="Jharif Jeroffer Grandez Cama" userId="260841c229a9e179" providerId="LiveId" clId="{9DC3D8AA-072D-4C5B-94FA-53E61E99A427}" dt="2026-09-04T20:42:25.344" v="932" actId="1076"/>
          <ac:spMkLst>
            <pc:docMk/>
            <pc:sldMk cId="856485104" sldId="1082"/>
            <ac:spMk id="7" creationId="{5B5909A3-7EE3-E588-9428-BF05F42D6275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8" creationId="{E3D3556F-709E-C121-6244-4B73EEFEA652}"/>
          </ac:spMkLst>
        </pc:spChg>
        <pc:spChg chg="add del mod">
          <ac:chgData name="Jharif Jeroffer Grandez Cama" userId="260841c229a9e179" providerId="LiveId" clId="{9DC3D8AA-072D-4C5B-94FA-53E61E99A427}" dt="2026-09-04T20:41:16.751" v="901" actId="478"/>
          <ac:spMkLst>
            <pc:docMk/>
            <pc:sldMk cId="856485104" sldId="1082"/>
            <ac:spMk id="9" creationId="{D50A3EE0-BE2E-9B02-0867-1D633412D824}"/>
          </ac:spMkLst>
        </pc:spChg>
        <pc:spChg chg="add del mod">
          <ac:chgData name="Jharif Jeroffer Grandez Cama" userId="260841c229a9e179" providerId="LiveId" clId="{9DC3D8AA-072D-4C5B-94FA-53E61E99A427}" dt="2026-09-04T20:41:14.700" v="900" actId="478"/>
          <ac:spMkLst>
            <pc:docMk/>
            <pc:sldMk cId="856485104" sldId="1082"/>
            <ac:spMk id="10" creationId="{077EF9BE-1F7C-DECB-D7A1-CDEF8A071BE8}"/>
          </ac:spMkLst>
        </pc:spChg>
        <pc:spChg chg="add del mod">
          <ac:chgData name="Jharif Jeroffer Grandez Cama" userId="260841c229a9e179" providerId="LiveId" clId="{9DC3D8AA-072D-4C5B-94FA-53E61E99A427}" dt="2026-09-04T20:41:01.909" v="891" actId="478"/>
          <ac:spMkLst>
            <pc:docMk/>
            <pc:sldMk cId="856485104" sldId="1082"/>
            <ac:spMk id="13" creationId="{F83E8458-FA78-7FC2-0D4D-053263A108D0}"/>
          </ac:spMkLst>
        </pc:spChg>
        <pc:spChg chg="add del mod">
          <ac:chgData name="Jharif Jeroffer Grandez Cama" userId="260841c229a9e179" providerId="LiveId" clId="{9DC3D8AA-072D-4C5B-94FA-53E61E99A427}" dt="2026-09-04T20:41:14.700" v="900" actId="478"/>
          <ac:spMkLst>
            <pc:docMk/>
            <pc:sldMk cId="856485104" sldId="1082"/>
            <ac:spMk id="14" creationId="{4ECE31EA-3B56-08DD-A5D0-16350547FE4D}"/>
          </ac:spMkLst>
        </pc:spChg>
        <pc:spChg chg="add del mod">
          <ac:chgData name="Jharif Jeroffer Grandez Cama" userId="260841c229a9e179" providerId="LiveId" clId="{9DC3D8AA-072D-4C5B-94FA-53E61E99A427}" dt="2026-09-04T20:41:12.648" v="899" actId="478"/>
          <ac:spMkLst>
            <pc:docMk/>
            <pc:sldMk cId="856485104" sldId="1082"/>
            <ac:spMk id="15" creationId="{FE4399B1-8C96-3ECE-0D4E-4BBC1F955492}"/>
          </ac:spMkLst>
        </pc:spChg>
        <pc:spChg chg="add del mod">
          <ac:chgData name="Jharif Jeroffer Grandez Cama" userId="260841c229a9e179" providerId="LiveId" clId="{9DC3D8AA-072D-4C5B-94FA-53E61E99A427}" dt="2026-09-04T20:41:12.648" v="899" actId="478"/>
          <ac:spMkLst>
            <pc:docMk/>
            <pc:sldMk cId="856485104" sldId="1082"/>
            <ac:spMk id="16" creationId="{2C08C2E0-E395-E9C9-E214-F9FFF6CD22CA}"/>
          </ac:spMkLst>
        </pc:spChg>
        <pc:spChg chg="add del mod">
          <ac:chgData name="Jharif Jeroffer Grandez Cama" userId="260841c229a9e179" providerId="LiveId" clId="{9DC3D8AA-072D-4C5B-94FA-53E61E99A427}" dt="2026-09-04T20:41:14.700" v="900" actId="478"/>
          <ac:spMkLst>
            <pc:docMk/>
            <pc:sldMk cId="856485104" sldId="1082"/>
            <ac:spMk id="19" creationId="{E94E8A3C-977B-2FCD-AF04-31992EB3192F}"/>
          </ac:spMkLst>
        </pc:spChg>
        <pc:spChg chg="add del mod">
          <ac:chgData name="Jharif Jeroffer Grandez Cama" userId="260841c229a9e179" providerId="LiveId" clId="{9DC3D8AA-072D-4C5B-94FA-53E61E99A427}" dt="2026-09-04T20:41:12.648" v="899" actId="478"/>
          <ac:spMkLst>
            <pc:docMk/>
            <pc:sldMk cId="856485104" sldId="1082"/>
            <ac:spMk id="21" creationId="{7A38E389-F321-CE4A-E4ED-5134F623A1D8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25" creationId="{6D11797A-325F-061E-BDFF-76A7F65DA5C0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27" creationId="{BDC489ED-4C77-FB4C-3ED6-715979B29B17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29" creationId="{CB5CED01-E735-EC67-613A-73D9FE24122B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31" creationId="{8E2B77DE-3C32-B9B9-E673-DD8489E43BBB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33" creationId="{926BA1FA-16C7-5FD7-6FFE-D9C0FF6A5CD8}"/>
          </ac:spMkLst>
        </pc:spChg>
        <pc:spChg chg="add mod">
          <ac:chgData name="Jharif Jeroffer Grandez Cama" userId="260841c229a9e179" providerId="LiveId" clId="{9DC3D8AA-072D-4C5B-94FA-53E61E99A427}" dt="2026-09-04T20:42:23.035" v="931" actId="1076"/>
          <ac:spMkLst>
            <pc:docMk/>
            <pc:sldMk cId="856485104" sldId="1082"/>
            <ac:spMk id="35" creationId="{658727A1-E45B-2A6C-F54C-93776EE7C949}"/>
          </ac:spMkLst>
        </pc:spChg>
        <pc:graphicFrameChg chg="del">
          <ac:chgData name="Jharif Jeroffer Grandez Cama" userId="260841c229a9e179" providerId="LiveId" clId="{9DC3D8AA-072D-4C5B-94FA-53E61E99A427}" dt="2026-09-04T20:33:45.076" v="806" actId="478"/>
          <ac:graphicFrameMkLst>
            <pc:docMk/>
            <pc:sldMk cId="856485104" sldId="1082"/>
            <ac:graphicFrameMk id="3" creationId="{81489988-4C57-DB40-96B6-54C329F237C9}"/>
          </ac:graphicFrameMkLst>
        </pc:graphicFrameChg>
        <pc:cxnChg chg="del mod">
          <ac:chgData name="Jharif Jeroffer Grandez Cama" userId="260841c229a9e179" providerId="LiveId" clId="{9DC3D8AA-072D-4C5B-94FA-53E61E99A427}" dt="2026-09-04T20:41:02.813" v="892" actId="478"/>
          <ac:cxnSpMkLst>
            <pc:docMk/>
            <pc:sldMk cId="856485104" sldId="1082"/>
            <ac:cxnSpMk id="6" creationId="{488609F3-EF73-7FE1-FDFB-816FBED95463}"/>
          </ac:cxnSpMkLst>
        </pc:cxnChg>
        <pc:cxnChg chg="del mod">
          <ac:chgData name="Jharif Jeroffer Grandez Cama" userId="260841c229a9e179" providerId="LiveId" clId="{9DC3D8AA-072D-4C5B-94FA-53E61E99A427}" dt="2026-09-04T20:41:00.137" v="888" actId="478"/>
          <ac:cxnSpMkLst>
            <pc:docMk/>
            <pc:sldMk cId="856485104" sldId="1082"/>
            <ac:cxnSpMk id="11" creationId="{2E3794CD-3582-E113-F04E-648BF5342DC0}"/>
          </ac:cxnSpMkLst>
        </pc:cxnChg>
        <pc:cxnChg chg="del mod">
          <ac:chgData name="Jharif Jeroffer Grandez Cama" userId="260841c229a9e179" providerId="LiveId" clId="{9DC3D8AA-072D-4C5B-94FA-53E61E99A427}" dt="2026-09-04T20:41:01.114" v="889" actId="478"/>
          <ac:cxnSpMkLst>
            <pc:docMk/>
            <pc:sldMk cId="856485104" sldId="1082"/>
            <ac:cxnSpMk id="12" creationId="{1C4A4B6A-75AE-B72D-054B-FF0C103513C1}"/>
          </ac:cxnSpMkLst>
        </pc:cxnChg>
        <pc:cxnChg chg="del mod">
          <ac:chgData name="Jharif Jeroffer Grandez Cama" userId="260841c229a9e179" providerId="LiveId" clId="{9DC3D8AA-072D-4C5B-94FA-53E61E99A427}" dt="2026-09-04T20:41:03.544" v="893" actId="478"/>
          <ac:cxnSpMkLst>
            <pc:docMk/>
            <pc:sldMk cId="856485104" sldId="1082"/>
            <ac:cxnSpMk id="17" creationId="{F0E0D27C-ED42-EEE5-1F5D-C2936EB341F5}"/>
          </ac:cxnSpMkLst>
        </pc:cxnChg>
        <pc:cxnChg chg="del mod">
          <ac:chgData name="Jharif Jeroffer Grandez Cama" userId="260841c229a9e179" providerId="LiveId" clId="{9DC3D8AA-072D-4C5B-94FA-53E61E99A427}" dt="2026-09-04T20:41:04.904" v="895" actId="478"/>
          <ac:cxnSpMkLst>
            <pc:docMk/>
            <pc:sldMk cId="856485104" sldId="1082"/>
            <ac:cxnSpMk id="18" creationId="{9F80C9C6-AEB9-0C63-DBAD-5A92F98A5EEE}"/>
          </ac:cxnSpMkLst>
        </pc:cxnChg>
        <pc:cxnChg chg="del mod">
          <ac:chgData name="Jharif Jeroffer Grandez Cama" userId="260841c229a9e179" providerId="LiveId" clId="{9DC3D8AA-072D-4C5B-94FA-53E61E99A427}" dt="2026-09-04T20:41:04.237" v="894" actId="478"/>
          <ac:cxnSpMkLst>
            <pc:docMk/>
            <pc:sldMk cId="856485104" sldId="1082"/>
            <ac:cxnSpMk id="20" creationId="{050D7D54-9044-EDAC-C893-CADAE29325D0}"/>
          </ac:cxnSpMkLst>
        </pc:cxnChg>
        <pc:cxnChg chg="del mod">
          <ac:chgData name="Jharif Jeroffer Grandez Cama" userId="260841c229a9e179" providerId="LiveId" clId="{9DC3D8AA-072D-4C5B-94FA-53E61E99A427}" dt="2026-09-04T20:41:05.750" v="896" actId="478"/>
          <ac:cxnSpMkLst>
            <pc:docMk/>
            <pc:sldMk cId="856485104" sldId="1082"/>
            <ac:cxnSpMk id="22" creationId="{694D0CC8-0669-ECAA-0B76-42F14634D5EC}"/>
          </ac:cxnSpMkLst>
        </pc:cxnChg>
      </pc:sldChg>
      <pc:sldMasterChg chg="del delSldLayout">
        <pc:chgData name="Jharif Jeroffer Grandez Cama" userId="260841c229a9e179" providerId="LiveId" clId="{9DC3D8AA-072D-4C5B-94FA-53E61E99A427}" dt="2026-09-04T20:34:01.735" v="807" actId="47"/>
        <pc:sldMasterMkLst>
          <pc:docMk/>
          <pc:sldMasterMk cId="3129095696" sldId="2147483684"/>
        </pc:sldMasterMkLst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686187915" sldId="2147483685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614162214" sldId="2147483686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24669628" sldId="2147483687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006166456" sldId="2147483688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748760081" sldId="2147483689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489840123" sldId="2147483690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708481898" sldId="2147483691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098215733" sldId="2147483692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587274016" sldId="2147483693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159160893" sldId="2147483694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68753296" sldId="2147483695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23330049" sldId="2147483696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112149799" sldId="2147483697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396623268" sldId="2147483698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736812989" sldId="2147483699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256420339" sldId="2147483700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798783658" sldId="2147483701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99632204" sldId="2147483702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048927814" sldId="2147483703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713017442" sldId="2147483704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873477439" sldId="2147483705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285496017" sldId="2147483706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361488229" sldId="2147483707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2414521320" sldId="2147483708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37725329" sldId="2147483709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469415184" sldId="2147483710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996771811" sldId="2147483711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3200978139" sldId="2147483712"/>
          </pc:sldLayoutMkLst>
        </pc:sldLayoutChg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3129095696" sldId="2147483684"/>
            <pc:sldLayoutMk cId="1625176980" sldId="2147483713"/>
          </pc:sldLayoutMkLst>
        </pc:sldLayoutChg>
      </pc:sldMasterChg>
      <pc:sldMasterChg chg="del delSldLayout">
        <pc:chgData name="Jharif Jeroffer Grandez Cama" userId="260841c229a9e179" providerId="LiveId" clId="{9DC3D8AA-072D-4C5B-94FA-53E61E99A427}" dt="2026-09-04T20:34:01.735" v="807" actId="47"/>
        <pc:sldMasterMkLst>
          <pc:docMk/>
          <pc:sldMasterMk cId="984958629" sldId="2147483714"/>
        </pc:sldMasterMkLst>
        <pc:sldLayoutChg chg="del">
          <pc:chgData name="Jharif Jeroffer Grandez Cama" userId="260841c229a9e179" providerId="LiveId" clId="{9DC3D8AA-072D-4C5B-94FA-53E61E99A427}" dt="2026-09-04T20:34:01.735" v="807" actId="47"/>
          <pc:sldLayoutMkLst>
            <pc:docMk/>
            <pc:sldMasterMk cId="984958629" sldId="2147483714"/>
            <pc:sldLayoutMk cId="2729447089" sldId="214748371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F0CD27-47B9-AD48-B4DE-60162A2E0B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7DC2C9-B156-534D-8E40-C848812DC3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A6578-EAD0-834C-83D1-171C36565C98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717857-0327-0545-90E1-44BADE5F32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4223F-7976-5A49-9384-0FBC9D712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0BD6E-73C6-5E4E-8AA3-AA46CA8370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5409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0AFD8EED-C6CD-6321-12AD-8ED17E41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25A64F9F-E9C4-C446-ABE6-A3C275238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906C872A-FC8C-4CAD-901D-542EB6D5A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03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523B4196-2EB6-4DB2-2ABF-069247F7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472FF346-8CFB-43D2-209D-A17B97F09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AFB419C4-9C0A-8417-6E2B-433205F70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829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ADED3CC5-FCD3-D321-3FB5-3DD26974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3C3D6964-BC62-C18C-7BD0-3A4676D13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CC37AF8F-2C0E-36CF-DB6F-98A20556C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692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55D0120E-A4D3-669C-8BC5-292A67C7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0891209C-C1F7-3B54-C99E-C330EC78D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7559CFB4-0B79-90A4-06A5-264D18FDF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64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B647B3F4-EBEB-D586-26CB-ECAE3BF1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9F16425C-1AA3-68B4-1EFA-D1C6EF17C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6FE44C5B-C110-0469-D4A8-80391E0B3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1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382E5FCE-CF76-A7FC-F0F8-225BFC75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8DA0EC47-1473-CB7D-1FED-F8F662D0F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AE631C52-6C09-0F4A-D016-3AB8F6280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82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E60842-F737-4612-A947-C9FA3BDF18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233"/>
          <a:stretch/>
        </p:blipFill>
        <p:spPr>
          <a:xfrm>
            <a:off x="90957" y="-1877"/>
            <a:ext cx="1684503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rgbClr val="FF3A00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8B4027-63BE-4471-9EC2-401A137E88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57" y="-1877"/>
            <a:ext cx="2561321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1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740B2-2B52-498B-B379-B910B6524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9893"/>
          <a:stretch/>
        </p:blipFill>
        <p:spPr>
          <a:xfrm>
            <a:off x="7100699" y="4321238"/>
            <a:ext cx="1795652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6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bg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6C3590-54E2-45D9-AD99-8DF487F1B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6348" y="4321238"/>
            <a:ext cx="2561321" cy="8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 preserve="1">
  <p:cSld name="1_Text slide with title 1">
    <p:bg>
      <p:bgPr>
        <a:solidFill>
          <a:srgbClr val="FF3A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marL="274320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marL="320040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marL="365760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marL="411480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D424CB-1575-FB4E-A03E-542348CBF3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32BB26-420C-9542-AE02-C2D8D2FDC7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8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blank" preserve="1">
  <p:cSld name="1_Title and Sub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878E344-D77D-5346-AB71-8DB7D769D0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7" name="Google Shape;37;p6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" name="Google Shape;216;p28">
            <a:extLst>
              <a:ext uri="{FF2B5EF4-FFF2-40B4-BE49-F238E27FC236}">
                <a16:creationId xmlns:a16="http://schemas.microsoft.com/office/drawing/2014/main" id="{9621EFEA-B57D-894F-9454-96EED43DCBE2}"/>
              </a:ext>
            </a:extLst>
          </p:cNvPr>
          <p:cNvSpPr/>
          <p:nvPr userDrawn="1"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7F51E1-5589-6842-A5A4-9F0645876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5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 type="twoColTx" preserve="1">
  <p:cSld name="1_Slide with two columns">
    <p:bg>
      <p:bgPr>
        <a:solidFill>
          <a:srgbClr val="FF3A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64;p10">
            <a:extLst>
              <a:ext uri="{FF2B5EF4-FFF2-40B4-BE49-F238E27FC236}">
                <a16:creationId xmlns:a16="http://schemas.microsoft.com/office/drawing/2014/main" id="{9B11CE8D-9E3F-B545-90A8-091FBDD976F7}"/>
              </a:ext>
            </a:extLst>
          </p:cNvPr>
          <p:cNvSpPr/>
          <p:nvPr userDrawn="1"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140CDB-8B02-8F47-85E2-53F35BB87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B04DC8E-1314-C149-B3EA-968530BBD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D716258-4A8A-2E4E-9D4A-AF9462E49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sp>
        <p:nvSpPr>
          <p:cNvPr id="10" name="Marcador de número de diapositiva 2">
            <a:extLst>
              <a:ext uri="{FF2B5EF4-FFF2-40B4-BE49-F238E27FC236}">
                <a16:creationId xmlns:a16="http://schemas.microsoft.com/office/drawing/2014/main" id="{95068C37-A98D-4C68-97B6-087DC20ACD61}"/>
              </a:ext>
            </a:extLst>
          </p:cNvPr>
          <p:cNvSpPr txBox="1">
            <a:spLocks/>
          </p:cNvSpPr>
          <p:nvPr userDrawn="1"/>
        </p:nvSpPr>
        <p:spPr>
          <a:xfrm>
            <a:off x="8604250" y="4908176"/>
            <a:ext cx="539750" cy="2184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21B3793-CA5A-4C46-BE7B-8A43ED5EDC79}" type="slidenum">
              <a:rPr lang="es-ES_tradnl" sz="800" smtClean="0"/>
              <a:t>‹Nº›</a:t>
            </a:fld>
            <a:endParaRPr lang="es-ES_tradnl" sz="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 preserve="1">
  <p:cSld name="1_Slide with three columns">
    <p:bg>
      <p:bgPr>
        <a:solidFill>
          <a:srgbClr val="FF3A00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90CFE3-0E74-E845-9472-E7EDB30853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0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slide with big number" preserve="1">
  <p:cSld name="1_Red slide with big number">
    <p:bg>
      <p:bgPr>
        <a:solidFill>
          <a:schemeClr val="tx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 b="1" i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BEA12D-5876-F84C-924F-80A98BCBAC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 preserve="1">
  <p:cSld name="1_Slide with titl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93BCDC-2364-5342-8B64-B47CD4C286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9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sz="16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sz="12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81" r:id="rId5"/>
    <p:sldLayoutId id="2147483678" r:id="rId6"/>
    <p:sldLayoutId id="2147483683" r:id="rId7"/>
    <p:sldLayoutId id="2147483657" r:id="rId8"/>
    <p:sldLayoutId id="2147483682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41255-CAD6-384C-86A6-64B6EB866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899" y="1018487"/>
            <a:ext cx="6694200" cy="10647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lt1"/>
              </a:buClr>
              <a:buSzPts val="4000"/>
            </a:pPr>
            <a:r>
              <a:rPr lang="en-US" sz="24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FAPR: An Adaptive Approach to Link Failure Recovery in SDN with High Speed and Low Interruption Rate</a:t>
            </a:r>
            <a:endParaRPr lang="es-MX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DCAE4C-4F1F-7CC3-089B-DF57866B4998}"/>
              </a:ext>
            </a:extLst>
          </p:cNvPr>
          <p:cNvSpPr txBox="1"/>
          <p:nvPr/>
        </p:nvSpPr>
        <p:spPr>
          <a:xfrm>
            <a:off x="3104465" y="2973839"/>
            <a:ext cx="29350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-PE" sz="1050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Revista: </a:t>
            </a:r>
            <a:r>
              <a:rPr lang="es-PE" sz="10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Applied Sciences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-PE" sz="1050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Año de publicación: </a:t>
            </a:r>
            <a:r>
              <a:rPr lang="es-PE" sz="10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2024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-PE" sz="1050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Cuartil: </a:t>
            </a:r>
            <a:r>
              <a:rPr lang="es-PE" sz="10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Q2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-PE" sz="1050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DOI:  </a:t>
            </a:r>
            <a:r>
              <a:rPr lang="es-PE" sz="10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doi.org/10.3390/app14114719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A2C41-E883-BE12-A602-0D8B03BC9652}"/>
              </a:ext>
            </a:extLst>
          </p:cNvPr>
          <p:cNvSpPr txBox="1"/>
          <p:nvPr/>
        </p:nvSpPr>
        <p:spPr>
          <a:xfrm>
            <a:off x="2870690" y="4204942"/>
            <a:ext cx="3211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Jharif Jeroffer Grandez Cama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212F64-8899-2666-FE6A-29B66698867A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02E56C-A15C-9030-0F1D-2C13C67D1DFC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3981A549-892E-4BA4-A296-DEE06B93F869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7BC3BD6-E926-24A1-124B-5BB4D62AECF4}"/>
              </a:ext>
            </a:extLst>
          </p:cNvPr>
          <p:cNvSpPr txBox="1"/>
          <p:nvPr/>
        </p:nvSpPr>
        <p:spPr>
          <a:xfrm>
            <a:off x="2508676" y="2174762"/>
            <a:ext cx="41266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9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Haijun</a:t>
            </a:r>
            <a:r>
              <a:rPr lang="es-PE" sz="9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 Qin, Jue Chen, </a:t>
            </a:r>
            <a:r>
              <a:rPr lang="es-PE" sz="9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Xihe</a:t>
            </a:r>
            <a:r>
              <a:rPr lang="es-PE" sz="9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 Qiu, Xinyu Zhang and Meng Cui</a:t>
            </a:r>
          </a:p>
        </p:txBody>
      </p:sp>
    </p:spTree>
    <p:extLst>
      <p:ext uri="{BB962C8B-B14F-4D97-AF65-F5344CB8AC3E}">
        <p14:creationId xmlns:p14="http://schemas.microsoft.com/office/powerpoint/2010/main" val="268169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A8BCEAB6-809E-A0E1-2134-D477F3C6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93E3D4-63E0-75BB-D176-529D6B8F44D8}"/>
              </a:ext>
            </a:extLst>
          </p:cNvPr>
          <p:cNvSpPr txBox="1"/>
          <p:nvPr/>
        </p:nvSpPr>
        <p:spPr>
          <a:xfrm>
            <a:off x="455616" y="336340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Problema/Desafío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D563F0-1958-7631-DF95-DC90E43860EB}"/>
              </a:ext>
            </a:extLst>
          </p:cNvPr>
          <p:cNvSpPr txBox="1"/>
          <p:nvPr/>
        </p:nvSpPr>
        <p:spPr>
          <a:xfrm>
            <a:off x="566056" y="1215037"/>
            <a:ext cx="32178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Los </a:t>
            </a:r>
            <a:r>
              <a:rPr lang="es-PE" b="1" dirty="0"/>
              <a:t>fallos de enlace</a:t>
            </a:r>
            <a:r>
              <a:rPr lang="es-PE" dirty="0"/>
              <a:t> son uno de los problemas más frecuentes en redes SDN y pueden causar interrupciones del servicio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BFE6737-C2FB-53C6-044B-E1AADDA12A36}"/>
              </a:ext>
            </a:extLst>
          </p:cNvPr>
          <p:cNvSpPr txBox="1"/>
          <p:nvPr/>
        </p:nvSpPr>
        <p:spPr>
          <a:xfrm>
            <a:off x="4868093" y="1226723"/>
            <a:ext cx="36706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Los enfoques </a:t>
            </a:r>
            <a:r>
              <a:rPr lang="es-PE" b="1" dirty="0"/>
              <a:t>proactivos</a:t>
            </a:r>
            <a:r>
              <a:rPr lang="es-PE" dirty="0"/>
              <a:t> recuperan rápido, pero consumen más recursos; los </a:t>
            </a:r>
            <a:r>
              <a:rPr lang="es-PE" b="1" dirty="0"/>
              <a:t>reactivos</a:t>
            </a:r>
            <a:r>
              <a:rPr lang="es-PE" dirty="0"/>
              <a:t> se adaptan mejor al estado actual de la red, pero tardan más.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D67960B-D905-61D6-B2E5-9DFB66E5F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84" y="2261085"/>
            <a:ext cx="2515446" cy="71327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A0480BA-704B-7C29-F19C-5960283DC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771" y="2261085"/>
            <a:ext cx="1935482" cy="93801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6725325-17EE-C566-CF6B-9124FCAA2923}"/>
              </a:ext>
            </a:extLst>
          </p:cNvPr>
          <p:cNvSpPr txBox="1"/>
          <p:nvPr/>
        </p:nvSpPr>
        <p:spPr>
          <a:xfrm>
            <a:off x="1386976" y="3633683"/>
            <a:ext cx="5710509" cy="53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b="1" i="1" dirty="0"/>
              <a:t>“Lograr una recuperación rápida, con bajo consumo de recursos y menor interrupción de los flujos.”</a:t>
            </a:r>
          </a:p>
        </p:txBody>
      </p:sp>
    </p:spTree>
    <p:extLst>
      <p:ext uri="{BB962C8B-B14F-4D97-AF65-F5344CB8AC3E}">
        <p14:creationId xmlns:p14="http://schemas.microsoft.com/office/powerpoint/2010/main" val="169022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1EFA52F4-CFF4-49FE-D669-106249B1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2482126-1F25-B50D-4A58-20EB204F1D71}"/>
              </a:ext>
            </a:extLst>
          </p:cNvPr>
          <p:cNvSpPr txBox="1"/>
          <p:nvPr/>
        </p:nvSpPr>
        <p:spPr>
          <a:xfrm>
            <a:off x="455616" y="33634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Propuesta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6AB6758-57B1-D065-24A3-26C498A1F992}"/>
              </a:ext>
            </a:extLst>
          </p:cNvPr>
          <p:cNvSpPr txBox="1"/>
          <p:nvPr/>
        </p:nvSpPr>
        <p:spPr>
          <a:xfrm>
            <a:off x="394656" y="1386999"/>
            <a:ext cx="386225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PE" dirty="0"/>
              <a:t>Propusieron </a:t>
            </a:r>
            <a:r>
              <a:rPr lang="es-PE" b="1" dirty="0"/>
              <a:t>FAPR (Flow-</a:t>
            </a:r>
            <a:r>
              <a:rPr lang="es-PE" b="1" dirty="0" err="1"/>
              <a:t>Aware</a:t>
            </a:r>
            <a:r>
              <a:rPr lang="es-PE" b="1" dirty="0"/>
              <a:t> Pro-Reactive) </a:t>
            </a:r>
            <a:r>
              <a:rPr lang="es-PE" dirty="0"/>
              <a:t>un esquema hibrido.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PE" dirty="0"/>
              <a:t>Combina recuperación </a:t>
            </a:r>
            <a:r>
              <a:rPr lang="es-PE" b="1" dirty="0"/>
              <a:t>proactiva + reactiva</a:t>
            </a:r>
            <a:r>
              <a:rPr lang="es-PE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PE" dirty="0"/>
              <a:t>Selecciona backups según el </a:t>
            </a:r>
            <a:r>
              <a:rPr lang="es-PE" b="1" dirty="0"/>
              <a:t>tipo de flujo y estado de la red</a:t>
            </a:r>
            <a:r>
              <a:rPr lang="es-PE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/>
              <a:t>Dentro de </a:t>
            </a:r>
            <a:r>
              <a:rPr lang="es-PE" b="1" dirty="0"/>
              <a:t>FAPR: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588884-723E-A91D-1BA4-46E4BA36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3640"/>
            <a:ext cx="4080311" cy="26097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7081231-3E2E-A787-B811-6ADF32ACA117}"/>
              </a:ext>
            </a:extLst>
          </p:cNvPr>
          <p:cNvSpPr txBox="1"/>
          <p:nvPr/>
        </p:nvSpPr>
        <p:spPr>
          <a:xfrm>
            <a:off x="971599" y="2987437"/>
            <a:ext cx="27083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6" indent="-171450">
              <a:buFont typeface="Arial" panose="020B0604020202020204" pitchFamily="34" charset="0"/>
              <a:buChar char="•"/>
            </a:pPr>
            <a:r>
              <a:rPr lang="es-PE" sz="900" dirty="0"/>
              <a:t>algoritmo optimizado de </a:t>
            </a:r>
            <a:r>
              <a:rPr lang="es-PE" sz="900" b="1" dirty="0"/>
              <a:t>K-</a:t>
            </a:r>
            <a:r>
              <a:rPr lang="es-PE" sz="900" b="1" dirty="0" err="1"/>
              <a:t>shortest</a:t>
            </a:r>
            <a:r>
              <a:rPr lang="es-PE" sz="900" b="1" dirty="0"/>
              <a:t> </a:t>
            </a:r>
            <a:r>
              <a:rPr lang="es-PE" sz="900" b="1" dirty="0" err="1"/>
              <a:t>paths</a:t>
            </a:r>
            <a:r>
              <a:rPr lang="es-PE" sz="900" dirty="0"/>
              <a:t> </a:t>
            </a:r>
          </a:p>
          <a:p>
            <a:pPr marL="171450" lvl="4" indent="-171450">
              <a:buFont typeface="Arial" panose="020B0604020202020204" pitchFamily="34" charset="0"/>
              <a:buChar char="•"/>
            </a:pPr>
            <a:r>
              <a:rPr lang="es-PE" sz="900" dirty="0"/>
              <a:t>algoritmo de eliminación de solapamientos </a:t>
            </a:r>
          </a:p>
          <a:p>
            <a:pPr marL="171450" lvl="4" indent="-171450">
              <a:buFont typeface="Arial" panose="020B0604020202020204" pitchFamily="34" charset="0"/>
              <a:buChar char="•"/>
            </a:pPr>
            <a:r>
              <a:rPr lang="es-PE" sz="900" dirty="0"/>
              <a:t>algoritmo de supresión de broadcast </a:t>
            </a:r>
            <a:r>
              <a:rPr lang="es-PE" sz="900" dirty="0" err="1"/>
              <a:t>storms</a:t>
            </a:r>
            <a:endParaRPr lang="es-PE" sz="900" dirty="0"/>
          </a:p>
          <a:p>
            <a:pPr marL="171450" lvl="4" indent="-171450">
              <a:buFont typeface="Arial" panose="020B0604020202020204" pitchFamily="34" charset="0"/>
              <a:buChar char="•"/>
            </a:pPr>
            <a:r>
              <a:rPr lang="es-PE" sz="900" dirty="0"/>
              <a:t>métodos para estimar </a:t>
            </a:r>
            <a:r>
              <a:rPr lang="es-PE" sz="900" dirty="0" err="1"/>
              <a:t>bandwidth</a:t>
            </a:r>
            <a:r>
              <a:rPr lang="es-PE" sz="900" dirty="0"/>
              <a:t> y </a:t>
            </a:r>
            <a:r>
              <a:rPr lang="es-PE" sz="900" dirty="0" err="1"/>
              <a:t>latency</a:t>
            </a:r>
            <a:r>
              <a:rPr lang="es-PE" sz="900" dirty="0"/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4D12F1-A7A1-A3C5-7D19-72DA7C9ADAB8}"/>
              </a:ext>
            </a:extLst>
          </p:cNvPr>
          <p:cNvSpPr txBox="1"/>
          <p:nvPr/>
        </p:nvSpPr>
        <p:spPr>
          <a:xfrm>
            <a:off x="4502331" y="381617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b="1" dirty="0"/>
              <a:t>Fuente:</a:t>
            </a:r>
            <a:r>
              <a:rPr lang="es-PE" sz="1000" dirty="0"/>
              <a:t> Qin, H., Chen, J., Qiu, X., Zhang, X. &amp; Cui, M. (2024), Fig. 3.</a:t>
            </a:r>
          </a:p>
        </p:txBody>
      </p:sp>
    </p:spTree>
    <p:extLst>
      <p:ext uri="{BB962C8B-B14F-4D97-AF65-F5344CB8AC3E}">
        <p14:creationId xmlns:p14="http://schemas.microsoft.com/office/powerpoint/2010/main" val="45270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DEB94183-F3E6-EFED-111F-FEA3A636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60258291-4C34-E89E-6AD8-C58124E3370B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>
            <a:off x="6162560" y="2117063"/>
            <a:ext cx="0" cy="45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AD398A5E-90B9-94AA-58C4-D3A772B8AFCA}"/>
              </a:ext>
            </a:extLst>
          </p:cNvPr>
          <p:cNvSpPr txBox="1"/>
          <p:nvPr/>
        </p:nvSpPr>
        <p:spPr>
          <a:xfrm>
            <a:off x="455616" y="336340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¿Cómo lo Hicieron?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75798E-5590-0E07-0CC8-10677360D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0" y="1049316"/>
            <a:ext cx="4267933" cy="328043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8BDB73D-4C79-7CAE-F2E8-2CDD58FA0559}"/>
              </a:ext>
            </a:extLst>
          </p:cNvPr>
          <p:cNvSpPr txBox="1"/>
          <p:nvPr/>
        </p:nvSpPr>
        <p:spPr>
          <a:xfrm>
            <a:off x="4914058" y="223724"/>
            <a:ext cx="13830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b="1" dirty="0"/>
              <a:t>ANTES DEL FALLO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D89C06-E8D3-E24F-15F2-2F0DB74B790F}"/>
              </a:ext>
            </a:extLst>
          </p:cNvPr>
          <p:cNvSpPr/>
          <p:nvPr/>
        </p:nvSpPr>
        <p:spPr>
          <a:xfrm>
            <a:off x="5461269" y="565563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Recolectar estado de red</a:t>
            </a:r>
          </a:p>
          <a:p>
            <a:pPr algn="ctr"/>
            <a:r>
              <a:rPr lang="es-PE" sz="800" dirty="0"/>
              <a:t>(Topología + Ancho de Banda)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CAFD0D4-BABC-B765-9C4A-7ACA57379F5F}"/>
              </a:ext>
            </a:extLst>
          </p:cNvPr>
          <p:cNvSpPr/>
          <p:nvPr/>
        </p:nvSpPr>
        <p:spPr>
          <a:xfrm>
            <a:off x="7179619" y="1049316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Generar backups</a:t>
            </a:r>
          </a:p>
          <a:p>
            <a:pPr algn="ctr"/>
            <a:r>
              <a:rPr lang="es-PE" sz="800" dirty="0"/>
              <a:t>(K-</a:t>
            </a:r>
            <a:r>
              <a:rPr lang="es-PE" sz="800" dirty="0" err="1"/>
              <a:t>Shortest</a:t>
            </a:r>
            <a:r>
              <a:rPr lang="es-PE" sz="800" dirty="0"/>
              <a:t> Path K=3)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1537B01-0C97-9BCF-DFC7-773DEF023EAA}"/>
              </a:ext>
            </a:extLst>
          </p:cNvPr>
          <p:cNvSpPr/>
          <p:nvPr/>
        </p:nvSpPr>
        <p:spPr>
          <a:xfrm>
            <a:off x="5461269" y="1565311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Pre-instalar protección</a:t>
            </a:r>
          </a:p>
          <a:p>
            <a:pPr algn="ctr"/>
            <a:r>
              <a:rPr lang="es-PE" sz="800" dirty="0"/>
              <a:t>(pro-VLAN)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4BD335F-3C84-3C9D-9248-1D510C861381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6863851" y="841439"/>
            <a:ext cx="1017059" cy="2078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3BB79450-2402-DD53-3A79-F9E40AE5E01A}"/>
              </a:ext>
            </a:extLst>
          </p:cNvPr>
          <p:cNvCxnSpPr>
            <a:cxnSpLocks/>
            <a:stCxn id="16" idx="2"/>
            <a:endCxn id="18" idx="3"/>
          </p:cNvCxnSpPr>
          <p:nvPr/>
        </p:nvCxnSpPr>
        <p:spPr>
          <a:xfrm rot="5400000">
            <a:off x="7252322" y="1212598"/>
            <a:ext cx="240119" cy="10170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8718578-97FC-6824-114A-179FEA90FBEE}"/>
              </a:ext>
            </a:extLst>
          </p:cNvPr>
          <p:cNvSpPr/>
          <p:nvPr/>
        </p:nvSpPr>
        <p:spPr>
          <a:xfrm>
            <a:off x="5264381" y="2216652"/>
            <a:ext cx="3667090" cy="1762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FALLA DE ENLACE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E25ABBFE-7055-E23B-205D-3EDCABB0CBE2}"/>
              </a:ext>
            </a:extLst>
          </p:cNvPr>
          <p:cNvSpPr/>
          <p:nvPr/>
        </p:nvSpPr>
        <p:spPr>
          <a:xfrm>
            <a:off x="5461269" y="2575890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Recuperación inmediata</a:t>
            </a:r>
          </a:p>
          <a:p>
            <a:pPr algn="ctr"/>
            <a:r>
              <a:rPr lang="es-PE" sz="800" dirty="0"/>
              <a:t>(</a:t>
            </a:r>
            <a:r>
              <a:rPr lang="es-PE" sz="800" dirty="0" err="1"/>
              <a:t>Backup</a:t>
            </a:r>
            <a:r>
              <a:rPr lang="es-PE" sz="800" dirty="0"/>
              <a:t> pro-VLAN)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9E959E5-D7BE-9D53-4532-A1EF417E02B1}"/>
              </a:ext>
            </a:extLst>
          </p:cNvPr>
          <p:cNvSpPr/>
          <p:nvPr/>
        </p:nvSpPr>
        <p:spPr>
          <a:xfrm>
            <a:off x="7495387" y="2575890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Análisis del controlador Flows afectados</a:t>
            </a:r>
          </a:p>
          <a:p>
            <a:pPr algn="ctr"/>
            <a:r>
              <a:rPr lang="es-PE" sz="800" dirty="0"/>
              <a:t>(TCP/UDP + puertos)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ACEFC22-1891-7DA7-9E7A-5B68072AF3AF}"/>
              </a:ext>
            </a:extLst>
          </p:cNvPr>
          <p:cNvSpPr/>
          <p:nvPr/>
        </p:nvSpPr>
        <p:spPr>
          <a:xfrm>
            <a:off x="7495387" y="3469966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Evaluar rutas</a:t>
            </a:r>
          </a:p>
          <a:p>
            <a:pPr algn="ctr"/>
            <a:r>
              <a:rPr lang="es-PE" sz="800" dirty="0"/>
              <a:t>(</a:t>
            </a:r>
            <a:r>
              <a:rPr lang="es-PE" sz="800" dirty="0" err="1"/>
              <a:t>Bandwidth</a:t>
            </a:r>
            <a:r>
              <a:rPr lang="es-PE" sz="800" dirty="0"/>
              <a:t> + Delay)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EC2EBF37-AAA6-F262-B037-CEA1A8C609D7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6863851" y="2851766"/>
            <a:ext cx="6315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2B1F890-D0F7-4EE5-07CF-33ED69D8B210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8196678" y="3127642"/>
            <a:ext cx="0" cy="342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EE475A9A-2BD9-7D56-8796-28D54F4F6EE5}"/>
              </a:ext>
            </a:extLst>
          </p:cNvPr>
          <p:cNvSpPr/>
          <p:nvPr/>
        </p:nvSpPr>
        <p:spPr>
          <a:xfrm>
            <a:off x="5461269" y="3467350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Seleccionar </a:t>
            </a:r>
            <a:r>
              <a:rPr lang="es-PE" sz="800" dirty="0" err="1"/>
              <a:t>backup</a:t>
            </a:r>
            <a:endParaRPr lang="es-PE" sz="800" dirty="0"/>
          </a:p>
          <a:p>
            <a:pPr algn="ctr"/>
            <a:r>
              <a:rPr lang="es-PE" sz="800" dirty="0"/>
              <a:t>(Eliminar </a:t>
            </a:r>
            <a:r>
              <a:rPr lang="es-PE" sz="800" dirty="0" err="1"/>
              <a:t>overlaps</a:t>
            </a:r>
            <a:r>
              <a:rPr lang="es-PE" sz="800" dirty="0"/>
              <a:t> / </a:t>
            </a:r>
            <a:r>
              <a:rPr lang="es-PE" sz="800" dirty="0" err="1"/>
              <a:t>loops</a:t>
            </a:r>
            <a:r>
              <a:rPr lang="es-PE" sz="800" dirty="0"/>
              <a:t>)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33B4E376-6827-165B-A2B9-02EF7EFF5E97}"/>
              </a:ext>
            </a:extLst>
          </p:cNvPr>
          <p:cNvCxnSpPr>
            <a:cxnSpLocks/>
            <a:stCxn id="50" idx="1"/>
            <a:endCxn id="69" idx="3"/>
          </p:cNvCxnSpPr>
          <p:nvPr/>
        </p:nvCxnSpPr>
        <p:spPr>
          <a:xfrm flipH="1" flipV="1">
            <a:off x="6863851" y="3743226"/>
            <a:ext cx="631536" cy="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7525D6EE-94D4-FD04-290A-F651A7155057}"/>
              </a:ext>
            </a:extLst>
          </p:cNvPr>
          <p:cNvSpPr/>
          <p:nvPr/>
        </p:nvSpPr>
        <p:spPr>
          <a:xfrm>
            <a:off x="6478329" y="4292362"/>
            <a:ext cx="1402582" cy="5517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Instalar Flow Rules</a:t>
            </a:r>
          </a:p>
          <a:p>
            <a:pPr algn="ctr"/>
            <a:r>
              <a:rPr lang="es-PE" sz="800" dirty="0"/>
              <a:t>(Segunda conmutación)</a:t>
            </a:r>
          </a:p>
        </p:txBody>
      </p: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696695ED-303E-7B62-8328-A8AD5E926AFD}"/>
              </a:ext>
            </a:extLst>
          </p:cNvPr>
          <p:cNvCxnSpPr>
            <a:cxnSpLocks/>
            <a:stCxn id="69" idx="2"/>
            <a:endCxn id="75" idx="0"/>
          </p:cNvCxnSpPr>
          <p:nvPr/>
        </p:nvCxnSpPr>
        <p:spPr>
          <a:xfrm rot="16200000" flipH="1">
            <a:off x="6534460" y="3647202"/>
            <a:ext cx="273260" cy="10170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C4200574-0893-E926-76BE-A2F65D625CC5}"/>
              </a:ext>
            </a:extLst>
          </p:cNvPr>
          <p:cNvSpPr txBox="1"/>
          <p:nvPr/>
        </p:nvSpPr>
        <p:spPr>
          <a:xfrm>
            <a:off x="842142" y="4369198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900" b="1" dirty="0"/>
              <a:t>Fuente:</a:t>
            </a:r>
            <a:r>
              <a:rPr lang="es-PE" sz="900" dirty="0"/>
              <a:t> Qin, H., Chen, J., Qiu, X., Zhang, X. &amp; Cui, M. (2024), Fig. 4.</a:t>
            </a:r>
          </a:p>
        </p:txBody>
      </p:sp>
    </p:spTree>
    <p:extLst>
      <p:ext uri="{BB962C8B-B14F-4D97-AF65-F5344CB8AC3E}">
        <p14:creationId xmlns:p14="http://schemas.microsoft.com/office/powerpoint/2010/main" val="68313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77F1E202-2061-F9DF-C0E5-F7D9ADE7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8F9E55-655E-C824-366C-89605208E407}"/>
              </a:ext>
            </a:extLst>
          </p:cNvPr>
          <p:cNvSpPr txBox="1"/>
          <p:nvPr/>
        </p:nvSpPr>
        <p:spPr>
          <a:xfrm>
            <a:off x="455616" y="336340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Resultados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9854BFE-039C-C27A-3596-A411EBEBF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431447"/>
              </p:ext>
            </p:extLst>
          </p:nvPr>
        </p:nvGraphicFramePr>
        <p:xfrm>
          <a:off x="285799" y="1120358"/>
          <a:ext cx="4403767" cy="2413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77687">
                  <a:extLst>
                    <a:ext uri="{9D8B030D-6E8A-4147-A177-3AD203B41FA5}">
                      <a16:colId xmlns:a16="http://schemas.microsoft.com/office/drawing/2014/main" val="226838442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417523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sz="1100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100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57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100" dirty="0"/>
                        <a:t>Tiempo de recuperación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100" b="0" dirty="0"/>
                        <a:t>FAPR recuperó en &lt; 20 ms, similar al proactivo y &gt;65% más rápido que el reactivo.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32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100" dirty="0"/>
                        <a:t>Tasa de interrupción de flujos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100" b="0" dirty="0"/>
                        <a:t>FAPR logró la menor tasa de interrupción: 20% menor que el reactivo y 50% menor que el proactivo.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93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100" dirty="0"/>
                        <a:t>Reglas de </a:t>
                      </a:r>
                      <a:r>
                        <a:rPr lang="es-PE" sz="1100" dirty="0" err="1"/>
                        <a:t>backup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0" dirty="0"/>
                        <a:t>FAPR necesitó hasta ≈85% menos reglas de respaldo que el enfoque proactivo.</a:t>
                      </a:r>
                      <a:endParaRPr lang="es-PE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1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sz="1100" dirty="0"/>
                        <a:t>CPU y memoria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0" dirty="0"/>
                        <a:t>No presentó un incremento significativo frente a los otros métodos.</a:t>
                      </a:r>
                      <a:endParaRPr lang="es-PE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485157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052B242-750F-B352-1984-D4C0442A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45" y="1234649"/>
            <a:ext cx="3513214" cy="21065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FE1CEAD-74CA-DC34-1CD2-83AC10D05933}"/>
              </a:ext>
            </a:extLst>
          </p:cNvPr>
          <p:cNvSpPr txBox="1"/>
          <p:nvPr/>
        </p:nvSpPr>
        <p:spPr>
          <a:xfrm>
            <a:off x="2309948" y="3824264"/>
            <a:ext cx="47592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i="1" dirty="0"/>
              <a:t>“FAPR mantiene la menor tasa de interrupción al aumentar la cantidad de flujos</a:t>
            </a:r>
            <a:r>
              <a:rPr lang="es-PE" dirty="0"/>
              <a:t>.”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823AA1-9AD6-81DC-73B1-6C8AE3F4F9D6}"/>
              </a:ext>
            </a:extLst>
          </p:cNvPr>
          <p:cNvSpPr txBox="1"/>
          <p:nvPr/>
        </p:nvSpPr>
        <p:spPr>
          <a:xfrm>
            <a:off x="5281747" y="3375784"/>
            <a:ext cx="34348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800" b="1" dirty="0"/>
              <a:t>Fuente:</a:t>
            </a:r>
            <a:r>
              <a:rPr lang="es-PE" sz="800" dirty="0"/>
              <a:t> Qin, H., Chen, J., Qiu, X., Zhang, X. &amp; Cui, M. (2024), Fig. 10.</a:t>
            </a:r>
          </a:p>
        </p:txBody>
      </p:sp>
    </p:spTree>
    <p:extLst>
      <p:ext uri="{BB962C8B-B14F-4D97-AF65-F5344CB8AC3E}">
        <p14:creationId xmlns:p14="http://schemas.microsoft.com/office/powerpoint/2010/main" val="408568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655DE84C-1867-32B7-9860-580F9E3A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26BC17A-1CFF-0B5C-8B22-617F6AEF43EF}"/>
              </a:ext>
            </a:extLst>
          </p:cNvPr>
          <p:cNvSpPr txBox="1"/>
          <p:nvPr/>
        </p:nvSpPr>
        <p:spPr>
          <a:xfrm>
            <a:off x="455616" y="33634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Trabajos Futuros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8FBC4B-BB81-CA73-33D7-AA497329A054}"/>
              </a:ext>
            </a:extLst>
          </p:cNvPr>
          <p:cNvSpPr txBox="1"/>
          <p:nvPr/>
        </p:nvSpPr>
        <p:spPr>
          <a:xfrm>
            <a:off x="831668" y="1333342"/>
            <a:ext cx="41191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dirty="0"/>
              <a:t>• Clasificación de flujos con </a:t>
            </a:r>
            <a:r>
              <a:rPr lang="es-PE" b="1" dirty="0"/>
              <a:t>Big Data + Machine </a:t>
            </a:r>
            <a:r>
              <a:rPr lang="es-PE" b="1" dirty="0" err="1"/>
              <a:t>Learning</a:t>
            </a:r>
            <a:r>
              <a:rPr lang="es-PE" dirty="0"/>
              <a:t>. (Clasificación de flujos)</a:t>
            </a:r>
          </a:p>
          <a:p>
            <a:pPr algn="just"/>
            <a:br>
              <a:rPr lang="es-PE" dirty="0"/>
            </a:br>
            <a:r>
              <a:rPr lang="es-PE" dirty="0"/>
              <a:t>• Mejor adaptación a </a:t>
            </a:r>
            <a:r>
              <a:rPr lang="es-PE" b="1" dirty="0"/>
              <a:t>topologías y redes de mayor escala</a:t>
            </a:r>
            <a:r>
              <a:rPr lang="es-PE" dirty="0"/>
              <a:t>. (Mayor escalabilidad)</a:t>
            </a:r>
          </a:p>
          <a:p>
            <a:pPr algn="just"/>
            <a:br>
              <a:rPr lang="es-PE" dirty="0"/>
            </a:br>
            <a:r>
              <a:rPr lang="es-PE" dirty="0"/>
              <a:t>• Evaluación de </a:t>
            </a:r>
            <a:r>
              <a:rPr lang="es-PE" b="1" dirty="0" err="1"/>
              <a:t>multi-controller</a:t>
            </a:r>
            <a:r>
              <a:rPr lang="es-PE" dirty="0"/>
              <a:t> para reducir limitaciones del controlador.(Reducir el cuello de botella del controlador)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5909A3-7EE3-E588-9428-BF05F42D6275}"/>
              </a:ext>
            </a:extLst>
          </p:cNvPr>
          <p:cNvSpPr txBox="1"/>
          <p:nvPr/>
        </p:nvSpPr>
        <p:spPr>
          <a:xfrm>
            <a:off x="5514949" y="835538"/>
            <a:ext cx="17523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b="1" dirty="0"/>
              <a:t>CLASIFICACIÓN ACTUAL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D3556F-709E-C121-6244-4B73EEFEA652}"/>
              </a:ext>
            </a:extLst>
          </p:cNvPr>
          <p:cNvSpPr/>
          <p:nvPr/>
        </p:nvSpPr>
        <p:spPr>
          <a:xfrm>
            <a:off x="6329152" y="1376734"/>
            <a:ext cx="1582240" cy="246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TCP / UDP + Puertos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D11797A-325F-061E-BDFF-76A7F65DA5C0}"/>
              </a:ext>
            </a:extLst>
          </p:cNvPr>
          <p:cNvSpPr/>
          <p:nvPr/>
        </p:nvSpPr>
        <p:spPr>
          <a:xfrm>
            <a:off x="6329152" y="1812162"/>
            <a:ext cx="1582240" cy="246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Clasificación básica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DC489ED-4C77-FB4C-3ED6-715979B29B17}"/>
              </a:ext>
            </a:extLst>
          </p:cNvPr>
          <p:cNvSpPr/>
          <p:nvPr/>
        </p:nvSpPr>
        <p:spPr>
          <a:xfrm>
            <a:off x="5940605" y="2247590"/>
            <a:ext cx="2519773" cy="2462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FUTURO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B5CED01-E735-EC67-613A-73D9FE24122B}"/>
              </a:ext>
            </a:extLst>
          </p:cNvPr>
          <p:cNvSpPr/>
          <p:nvPr/>
        </p:nvSpPr>
        <p:spPr>
          <a:xfrm>
            <a:off x="6329152" y="2683018"/>
            <a:ext cx="1582240" cy="246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Big Data de flujos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E2B77DE-3C32-B9B9-E673-DD8489E43BBB}"/>
              </a:ext>
            </a:extLst>
          </p:cNvPr>
          <p:cNvSpPr/>
          <p:nvPr/>
        </p:nvSpPr>
        <p:spPr>
          <a:xfrm>
            <a:off x="6329152" y="3118446"/>
            <a:ext cx="1582240" cy="246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Machine </a:t>
            </a:r>
            <a:r>
              <a:rPr lang="es-PE" sz="800" dirty="0" err="1"/>
              <a:t>Learning</a:t>
            </a:r>
            <a:endParaRPr lang="es-PE" sz="8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26BA1FA-16C7-5FD7-6FFE-D9C0FF6A5CD8}"/>
              </a:ext>
            </a:extLst>
          </p:cNvPr>
          <p:cNvSpPr/>
          <p:nvPr/>
        </p:nvSpPr>
        <p:spPr>
          <a:xfrm>
            <a:off x="6329152" y="3553874"/>
            <a:ext cx="1582240" cy="246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Clasificación más precisa 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58727A1-E45B-2A6C-F54C-93776EE7C949}"/>
              </a:ext>
            </a:extLst>
          </p:cNvPr>
          <p:cNvSpPr/>
          <p:nvPr/>
        </p:nvSpPr>
        <p:spPr>
          <a:xfrm>
            <a:off x="6329152" y="3989302"/>
            <a:ext cx="1582240" cy="2462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/>
              <a:t>Mejor asignación de rutas</a:t>
            </a:r>
          </a:p>
        </p:txBody>
      </p:sp>
    </p:spTree>
    <p:extLst>
      <p:ext uri="{BB962C8B-B14F-4D97-AF65-F5344CB8AC3E}">
        <p14:creationId xmlns:p14="http://schemas.microsoft.com/office/powerpoint/2010/main" val="85648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B7C5CF29-F698-1B0A-47E7-46A8FDF7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F026606-7D25-8719-E4BF-9F55691DB9C9}"/>
              </a:ext>
            </a:extLst>
          </p:cNvPr>
          <p:cNvSpPr txBox="1"/>
          <p:nvPr/>
        </p:nvSpPr>
        <p:spPr>
          <a:xfrm>
            <a:off x="455616" y="336340"/>
            <a:ext cx="159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Conclusión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3AEC584-A4F2-B9AD-6F82-D32CD2557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137144"/>
              </p:ext>
            </p:extLst>
          </p:nvPr>
        </p:nvGraphicFramePr>
        <p:xfrm>
          <a:off x="1292376" y="1474742"/>
          <a:ext cx="6045442" cy="204371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022721">
                  <a:extLst>
                    <a:ext uri="{9D8B030D-6E8A-4147-A177-3AD203B41FA5}">
                      <a16:colId xmlns:a16="http://schemas.microsoft.com/office/drawing/2014/main" val="3495485290"/>
                    </a:ext>
                  </a:extLst>
                </a:gridCol>
                <a:gridCol w="3022721">
                  <a:extLst>
                    <a:ext uri="{9D8B030D-6E8A-4147-A177-3AD203B41FA5}">
                      <a16:colId xmlns:a16="http://schemas.microsoft.com/office/drawing/2014/main" val="191552100"/>
                    </a:ext>
                  </a:extLst>
                </a:gridCol>
              </a:tblGrid>
              <a:tr h="208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Fortalezas</a:t>
                      </a:r>
                    </a:p>
                  </a:txBody>
                  <a:tcPr marL="79558" marR="79558" marT="39779" marB="39779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Aspectos por mejorar</a:t>
                      </a:r>
                    </a:p>
                  </a:txBody>
                  <a:tcPr marL="79558" marR="79558" marT="39779" marB="39779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39285"/>
                  </a:ext>
                </a:extLst>
              </a:tr>
              <a:tr h="355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/>
                        <a:t>Combina recuperación rápida + reasignación adaptativa.</a:t>
                      </a:r>
                    </a:p>
                  </a:txBody>
                  <a:tcPr marL="79558" marR="79558" marT="39779" marB="39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Validación limitada a una topología más grande.</a:t>
                      </a:r>
                    </a:p>
                  </a:txBody>
                  <a:tcPr marL="79558" marR="79558" marT="39779" marB="39779" anchor="ctr"/>
                </a:tc>
                <a:extLst>
                  <a:ext uri="{0D108BD9-81ED-4DB2-BD59-A6C34878D82A}">
                    <a16:rowId xmlns:a16="http://schemas.microsoft.com/office/drawing/2014/main" val="1889102676"/>
                  </a:ext>
                </a:extLst>
              </a:tr>
              <a:tr h="355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Evalúa varias métricas: tiempo, interrupción, reglas y recursos.</a:t>
                      </a:r>
                    </a:p>
                  </a:txBody>
                  <a:tcPr marL="79558" marR="79558" marT="39779" marB="39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Solo considera fallos de un enlace.</a:t>
                      </a:r>
                    </a:p>
                  </a:txBody>
                  <a:tcPr marL="79558" marR="79558" marT="39779" marB="39779" anchor="ctr"/>
                </a:tc>
                <a:extLst>
                  <a:ext uri="{0D108BD9-81ED-4DB2-BD59-A6C34878D82A}">
                    <a16:rowId xmlns:a16="http://schemas.microsoft.com/office/drawing/2014/main" val="626444827"/>
                  </a:ext>
                </a:extLst>
              </a:tr>
              <a:tr h="355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Comparación experimental bajo condiciones controladas y repetidas.</a:t>
                      </a:r>
                    </a:p>
                  </a:txBody>
                  <a:tcPr marL="79558" marR="79558" marT="39779" marB="39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Clasificación de flujos aún poco precisa.</a:t>
                      </a:r>
                    </a:p>
                  </a:txBody>
                  <a:tcPr marL="79558" marR="79558" marT="39779" marB="39779" anchor="ctr"/>
                </a:tc>
                <a:extLst>
                  <a:ext uri="{0D108BD9-81ED-4DB2-BD59-A6C34878D82A}">
                    <a16:rowId xmlns:a16="http://schemas.microsoft.com/office/drawing/2014/main" val="2748654279"/>
                  </a:ext>
                </a:extLst>
              </a:tr>
              <a:tr h="355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/>
                        <a:t>Logra mejoras sin aumentar significativamente CPU y memoria.</a:t>
                      </a:r>
                    </a:p>
                  </a:txBody>
                  <a:tcPr marL="79558" marR="79558" marT="39779" marB="39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200" dirty="0"/>
                        <a:t>Falta evaluar QoS y comportamiento en escenarios más diversos y reales.</a:t>
                      </a:r>
                    </a:p>
                  </a:txBody>
                  <a:tcPr marL="79558" marR="79558" marT="39779" marB="39779" anchor="ctr"/>
                </a:tc>
                <a:extLst>
                  <a:ext uri="{0D108BD9-81ED-4DB2-BD59-A6C34878D82A}">
                    <a16:rowId xmlns:a16="http://schemas.microsoft.com/office/drawing/2014/main" val="657500777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56536F62-CE56-E688-6193-21E0337EC7A9}"/>
              </a:ext>
            </a:extLst>
          </p:cNvPr>
          <p:cNvSpPr txBox="1"/>
          <p:nvPr/>
        </p:nvSpPr>
        <p:spPr>
          <a:xfrm>
            <a:off x="1240971" y="4560939"/>
            <a:ext cx="66620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i="1" dirty="0"/>
              <a:t>La propuesta demuestra el valor de combinar rapidez de recuperación con adaptación dinámica al estado de la red.</a:t>
            </a:r>
          </a:p>
        </p:txBody>
      </p:sp>
    </p:spTree>
    <p:extLst>
      <p:ext uri="{BB962C8B-B14F-4D97-AF65-F5344CB8AC3E}">
        <p14:creationId xmlns:p14="http://schemas.microsoft.com/office/powerpoint/2010/main" val="1877373292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5368</TotalTime>
  <Words>631</Words>
  <Application>Microsoft Office PowerPoint</Application>
  <PresentationFormat>Presentación en pantalla (16:9)</PresentationFormat>
  <Paragraphs>82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Nunito</vt:lpstr>
      <vt:lpstr>Arial</vt:lpstr>
      <vt:lpstr>Verdana</vt:lpstr>
      <vt:lpstr>Wingdings</vt:lpstr>
      <vt:lpstr>Abril Fatface</vt:lpstr>
      <vt:lpstr>Business slide</vt:lpstr>
      <vt:lpstr>FAPR: An Adaptive Approach to Link Failure Recovery in SDN with High Speed and Low Interruption Rate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your presentation begins</dc:title>
  <dc:creator>Aburto Herrera Beatrice</dc:creator>
  <cp:lastModifiedBy>Jharif Jeroffer Grandez Cama</cp:lastModifiedBy>
  <cp:revision>483</cp:revision>
  <dcterms:modified xsi:type="dcterms:W3CDTF">2026-09-04T21:55:24Z</dcterms:modified>
</cp:coreProperties>
</file>